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25"/>
  </p:notesMasterIdLst>
  <p:sldIdLst>
    <p:sldId id="256" r:id="rId2"/>
    <p:sldId id="299" r:id="rId3"/>
    <p:sldId id="303" r:id="rId4"/>
    <p:sldId id="304" r:id="rId5"/>
    <p:sldId id="305" r:id="rId6"/>
    <p:sldId id="307" r:id="rId7"/>
    <p:sldId id="324" r:id="rId8"/>
    <p:sldId id="309" r:id="rId9"/>
    <p:sldId id="310" r:id="rId10"/>
    <p:sldId id="311" r:id="rId11"/>
    <p:sldId id="312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5" r:id="rId23"/>
    <p:sldId id="32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4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6AA67E-0868-49E6-8871-0D5621583C90}" v="1037" dt="2026-08-28T21:53:13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Fong" userId="0989948daaec8292" providerId="LiveId" clId="{F12E0490-60F3-4147-9D04-93D87D41D5A0}"/>
    <pc:docChg chg="undo custSel addSld delSld modSld sldOrd modMainMaster">
      <pc:chgData name="Simon Fong" userId="0989948daaec8292" providerId="LiveId" clId="{F12E0490-60F3-4147-9D04-93D87D41D5A0}" dt="2026-08-28T21:53:13.312" v="4414"/>
      <pc:docMkLst>
        <pc:docMk/>
      </pc:docMkLst>
      <pc:sldChg chg="addSp delSp modSp new mod modTransition setBg modClrScheme addAnim delAnim modAnim setClrOvrMap delDesignElem chgLayout">
        <pc:chgData name="Simon Fong" userId="0989948daaec8292" providerId="LiveId" clId="{F12E0490-60F3-4147-9D04-93D87D41D5A0}" dt="2026-08-28T21:36:53.721" v="4271"/>
        <pc:sldMkLst>
          <pc:docMk/>
          <pc:sldMk cId="500054961" sldId="256"/>
        </pc:sldMkLst>
        <pc:spChg chg="del mod">
          <ac:chgData name="Simon Fong" userId="0989948daaec8292" providerId="LiveId" clId="{F12E0490-60F3-4147-9D04-93D87D41D5A0}" dt="2026-08-28T19:00:36.616" v="2388" actId="478"/>
          <ac:spMkLst>
            <pc:docMk/>
            <pc:sldMk cId="500054961" sldId="256"/>
            <ac:spMk id="2" creationId="{942EFAAB-7733-F3DA-0D86-F92113040032}"/>
          </ac:spMkLst>
        </pc:spChg>
        <pc:spChg chg="del mod">
          <ac:chgData name="Simon Fong" userId="0989948daaec8292" providerId="LiveId" clId="{F12E0490-60F3-4147-9D04-93D87D41D5A0}" dt="2026-08-28T19:00:34.516" v="2387" actId="478"/>
          <ac:spMkLst>
            <pc:docMk/>
            <pc:sldMk cId="500054961" sldId="256"/>
            <ac:spMk id="3" creationId="{5C85AF66-4FCE-712A-E90B-EF47FDC63DF0}"/>
          </ac:spMkLst>
        </pc:spChg>
        <pc:spChg chg="add del mod">
          <ac:chgData name="Simon Fong" userId="0989948daaec8292" providerId="LiveId" clId="{F12E0490-60F3-4147-9D04-93D87D41D5A0}" dt="2026-08-28T19:00:57.848" v="2390" actId="26606"/>
          <ac:spMkLst>
            <pc:docMk/>
            <pc:sldMk cId="500054961" sldId="256"/>
            <ac:spMk id="7" creationId="{F8A0DD82-22E8-E745-8AE1-7B5D424AADC3}"/>
          </ac:spMkLst>
        </pc:spChg>
        <pc:spChg chg="add del mod">
          <ac:chgData name="Simon Fong" userId="0989948daaec8292" providerId="LiveId" clId="{F12E0490-60F3-4147-9D04-93D87D41D5A0}" dt="2026-08-28T19:00:57.848" v="2390" actId="26606"/>
          <ac:spMkLst>
            <pc:docMk/>
            <pc:sldMk cId="500054961" sldId="256"/>
            <ac:spMk id="9" creationId="{D8DF06A4-3F30-B32E-E0E8-5C3651A27F1C}"/>
          </ac:spMkLst>
        </pc:spChg>
        <pc:spChg chg="add del">
          <ac:chgData name="Simon Fong" userId="0989948daaec8292" providerId="LiveId" clId="{F12E0490-60F3-4147-9D04-93D87D41D5A0}" dt="2026-08-28T09:38:14.545" v="49" actId="26606"/>
          <ac:spMkLst>
            <pc:docMk/>
            <pc:sldMk cId="500054961" sldId="256"/>
            <ac:spMk id="10" creationId="{0671A8AE-40A1-4631-A6B8-581AFF065482}"/>
          </ac:spMkLst>
        </pc:spChg>
        <pc:spChg chg="add del mod">
          <ac:chgData name="Simon Fong" userId="0989948daaec8292" providerId="LiveId" clId="{F12E0490-60F3-4147-9D04-93D87D41D5A0}" dt="2026-08-28T19:02:38.243" v="2404" actId="478"/>
          <ac:spMkLst>
            <pc:docMk/>
            <pc:sldMk cId="500054961" sldId="256"/>
            <ac:spMk id="11" creationId="{30E41ABD-CB2A-287E-B226-5C365C1D6F91}"/>
          </ac:spMkLst>
        </pc:spChg>
        <pc:spChg chg="add del">
          <ac:chgData name="Simon Fong" userId="0989948daaec8292" providerId="LiveId" clId="{F12E0490-60F3-4147-9D04-93D87D41D5A0}" dt="2026-08-28T09:38:14.545" v="49" actId="26606"/>
          <ac:spMkLst>
            <pc:docMk/>
            <pc:sldMk cId="500054961" sldId="256"/>
            <ac:spMk id="12" creationId="{AB58EF07-17C2-48CF-ABB0-EEF1F17CB8F0}"/>
          </ac:spMkLst>
        </pc:spChg>
        <pc:spChg chg="add del mod">
          <ac:chgData name="Simon Fong" userId="0989948daaec8292" providerId="LiveId" clId="{F12E0490-60F3-4147-9D04-93D87D41D5A0}" dt="2026-08-28T19:02:35.945" v="2402" actId="478"/>
          <ac:spMkLst>
            <pc:docMk/>
            <pc:sldMk cId="500054961" sldId="256"/>
            <ac:spMk id="13" creationId="{2B5F085D-C6FB-B2CA-947C-300ACDEEAB9A}"/>
          </ac:spMkLst>
        </pc:spChg>
        <pc:spChg chg="add del">
          <ac:chgData name="Simon Fong" userId="0989948daaec8292" providerId="LiveId" clId="{F12E0490-60F3-4147-9D04-93D87D41D5A0}" dt="2026-08-28T09:38:14.545" v="49" actId="26606"/>
          <ac:spMkLst>
            <pc:docMk/>
            <pc:sldMk cId="500054961" sldId="256"/>
            <ac:spMk id="14" creationId="{AF2F604E-43BE-4DC3-B983-E071523364F8}"/>
          </ac:spMkLst>
        </pc:spChg>
        <pc:spChg chg="add del">
          <ac:chgData name="Simon Fong" userId="0989948daaec8292" providerId="LiveId" clId="{F12E0490-60F3-4147-9D04-93D87D41D5A0}" dt="2026-08-28T09:38:14.545" v="49" actId="26606"/>
          <ac:spMkLst>
            <pc:docMk/>
            <pc:sldMk cId="500054961" sldId="256"/>
            <ac:spMk id="16" creationId="{08C9B587-E65E-4B52-B37C-ABEBB6E87928}"/>
          </ac:spMkLst>
        </pc:spChg>
        <pc:spChg chg="add del mod">
          <ac:chgData name="Simon Fong" userId="0989948daaec8292" providerId="LiveId" clId="{F12E0490-60F3-4147-9D04-93D87D41D5A0}" dt="2026-08-28T19:05:44.097" v="2422" actId="26606"/>
          <ac:spMkLst>
            <pc:docMk/>
            <pc:sldMk cId="500054961" sldId="256"/>
            <ac:spMk id="20" creationId="{5216AE45-CB73-61A0-0672-AD1F0A6797D0}"/>
          </ac:spMkLst>
        </pc:spChg>
        <pc:spChg chg="add del">
          <ac:chgData name="Simon Fong" userId="0989948daaec8292" providerId="LiveId" clId="{F12E0490-60F3-4147-9D04-93D87D41D5A0}" dt="2026-08-28T09:38:14.532" v="48" actId="26606"/>
          <ac:spMkLst>
            <pc:docMk/>
            <pc:sldMk cId="500054961" sldId="256"/>
            <ac:spMk id="21" creationId="{657F69E0-C4B0-4BEC-A689-4F8D877F05D4}"/>
          </ac:spMkLst>
        </pc:spChg>
        <pc:spChg chg="add mod ord">
          <ac:chgData name="Simon Fong" userId="0989948daaec8292" providerId="LiveId" clId="{F12E0490-60F3-4147-9D04-93D87D41D5A0}" dt="2026-08-28T20:05:12.959" v="3092" actId="14100"/>
          <ac:spMkLst>
            <pc:docMk/>
            <pc:sldMk cId="500054961" sldId="256"/>
            <ac:spMk id="22" creationId="{0B66FF80-661C-B63A-31A9-41C8E14A7664}"/>
          </ac:spMkLst>
        </pc:spChg>
        <pc:spChg chg="add del">
          <ac:chgData name="Simon Fong" userId="0989948daaec8292" providerId="LiveId" clId="{F12E0490-60F3-4147-9D04-93D87D41D5A0}" dt="2026-08-28T09:38:14.532" v="48" actId="26606"/>
          <ac:spMkLst>
            <pc:docMk/>
            <pc:sldMk cId="500054961" sldId="256"/>
            <ac:spMk id="23" creationId="{9F6380B4-6A1C-481E-8408-B4E6C75B9B81}"/>
          </ac:spMkLst>
        </pc:spChg>
        <pc:spChg chg="add mod ord">
          <ac:chgData name="Simon Fong" userId="0989948daaec8292" providerId="LiveId" clId="{F12E0490-60F3-4147-9D04-93D87D41D5A0}" dt="2026-08-28T20:05:52.530" v="3098" actId="14100"/>
          <ac:spMkLst>
            <pc:docMk/>
            <pc:sldMk cId="500054961" sldId="256"/>
            <ac:spMk id="24" creationId="{FFB20242-D968-BFEB-4CC4-53D1AD03BDE0}"/>
          </ac:spMkLst>
        </pc:spChg>
        <pc:spChg chg="add del">
          <ac:chgData name="Simon Fong" userId="0989948daaec8292" providerId="LiveId" clId="{F12E0490-60F3-4147-9D04-93D87D41D5A0}" dt="2026-08-28T18:55:39.825" v="2342"/>
          <ac:spMkLst>
            <pc:docMk/>
            <pc:sldMk cId="500054961" sldId="256"/>
            <ac:spMk id="25" creationId="{AF2F604E-43BE-4DC3-B983-E071523364F8}"/>
          </ac:spMkLst>
        </pc:spChg>
        <pc:spChg chg="add del">
          <ac:chgData name="Simon Fong" userId="0989948daaec8292" providerId="LiveId" clId="{F12E0490-60F3-4147-9D04-93D87D41D5A0}" dt="2026-08-28T18:55:39.825" v="2342"/>
          <ac:spMkLst>
            <pc:docMk/>
            <pc:sldMk cId="500054961" sldId="256"/>
            <ac:spMk id="26" creationId="{0671A8AE-40A1-4631-A6B8-581AFF065482}"/>
          </ac:spMkLst>
        </pc:spChg>
        <pc:spChg chg="add del">
          <ac:chgData name="Simon Fong" userId="0989948daaec8292" providerId="LiveId" clId="{F12E0490-60F3-4147-9D04-93D87D41D5A0}" dt="2026-08-28T18:55:39.825" v="2342"/>
          <ac:spMkLst>
            <pc:docMk/>
            <pc:sldMk cId="500054961" sldId="256"/>
            <ac:spMk id="27" creationId="{08C9B587-E65E-4B52-B37C-ABEBB6E87928}"/>
          </ac:spMkLst>
        </pc:spChg>
        <pc:spChg chg="add del">
          <ac:chgData name="Simon Fong" userId="0989948daaec8292" providerId="LiveId" clId="{F12E0490-60F3-4147-9D04-93D87D41D5A0}" dt="2026-08-28T18:55:39.825" v="2342"/>
          <ac:spMkLst>
            <pc:docMk/>
            <pc:sldMk cId="500054961" sldId="256"/>
            <ac:spMk id="28" creationId="{AB58EF07-17C2-48CF-ABB0-EEF1F17CB8F0}"/>
          </ac:spMkLst>
        </pc:spChg>
        <pc:spChg chg="add del">
          <ac:chgData name="Simon Fong" userId="0989948daaec8292" providerId="LiveId" clId="{F12E0490-60F3-4147-9D04-93D87D41D5A0}" dt="2026-08-28T19:21:11.679" v="2515" actId="26606"/>
          <ac:spMkLst>
            <pc:docMk/>
            <pc:sldMk cId="500054961" sldId="256"/>
            <ac:spMk id="29" creationId="{0671A8AE-40A1-4631-A6B8-581AFF065482}"/>
          </ac:spMkLst>
        </pc:spChg>
        <pc:spChg chg="add del">
          <ac:chgData name="Simon Fong" userId="0989948daaec8292" providerId="LiveId" clId="{F12E0490-60F3-4147-9D04-93D87D41D5A0}" dt="2026-08-28T19:21:11.679" v="2515" actId="26606"/>
          <ac:spMkLst>
            <pc:docMk/>
            <pc:sldMk cId="500054961" sldId="256"/>
            <ac:spMk id="31" creationId="{AB58EF07-17C2-48CF-ABB0-EEF1F17CB8F0}"/>
          </ac:spMkLst>
        </pc:spChg>
        <pc:spChg chg="add del">
          <ac:chgData name="Simon Fong" userId="0989948daaec8292" providerId="LiveId" clId="{F12E0490-60F3-4147-9D04-93D87D41D5A0}" dt="2026-08-28T19:21:11.679" v="2515" actId="26606"/>
          <ac:spMkLst>
            <pc:docMk/>
            <pc:sldMk cId="500054961" sldId="256"/>
            <ac:spMk id="33" creationId="{AF2F604E-43BE-4DC3-B983-E071523364F8}"/>
          </ac:spMkLst>
        </pc:spChg>
        <pc:spChg chg="add del">
          <ac:chgData name="Simon Fong" userId="0989948daaec8292" providerId="LiveId" clId="{F12E0490-60F3-4147-9D04-93D87D41D5A0}" dt="2026-08-28T19:21:11.679" v="2515" actId="26606"/>
          <ac:spMkLst>
            <pc:docMk/>
            <pc:sldMk cId="500054961" sldId="256"/>
            <ac:spMk id="35" creationId="{08C9B587-E65E-4B52-B37C-ABEBB6E87928}"/>
          </ac:spMkLst>
        </pc:spChg>
        <pc:spChg chg="add">
          <ac:chgData name="Simon Fong" userId="0989948daaec8292" providerId="LiveId" clId="{F12E0490-60F3-4147-9D04-93D87D41D5A0}" dt="2026-08-28T19:21:11.679" v="2515" actId="26606"/>
          <ac:spMkLst>
            <pc:docMk/>
            <pc:sldMk cId="500054961" sldId="256"/>
            <ac:spMk id="40" creationId="{0671A8AE-40A1-4631-A6B8-581AFF065482}"/>
          </ac:spMkLst>
        </pc:spChg>
        <pc:spChg chg="add">
          <ac:chgData name="Simon Fong" userId="0989948daaec8292" providerId="LiveId" clId="{F12E0490-60F3-4147-9D04-93D87D41D5A0}" dt="2026-08-28T19:21:11.679" v="2515" actId="26606"/>
          <ac:spMkLst>
            <pc:docMk/>
            <pc:sldMk cId="500054961" sldId="256"/>
            <ac:spMk id="42" creationId="{AB58EF07-17C2-48CF-ABB0-EEF1F17CB8F0}"/>
          </ac:spMkLst>
        </pc:spChg>
        <pc:spChg chg="add">
          <ac:chgData name="Simon Fong" userId="0989948daaec8292" providerId="LiveId" clId="{F12E0490-60F3-4147-9D04-93D87D41D5A0}" dt="2026-08-28T19:21:11.679" v="2515" actId="26606"/>
          <ac:spMkLst>
            <pc:docMk/>
            <pc:sldMk cId="500054961" sldId="256"/>
            <ac:spMk id="44" creationId="{AF2F604E-43BE-4DC3-B983-E071523364F8}"/>
          </ac:spMkLst>
        </pc:spChg>
        <pc:spChg chg="add">
          <ac:chgData name="Simon Fong" userId="0989948daaec8292" providerId="LiveId" clId="{F12E0490-60F3-4147-9D04-93D87D41D5A0}" dt="2026-08-28T19:21:11.679" v="2515" actId="26606"/>
          <ac:spMkLst>
            <pc:docMk/>
            <pc:sldMk cId="500054961" sldId="256"/>
            <ac:spMk id="46" creationId="{08C9B587-E65E-4B52-B37C-ABEBB6E87928}"/>
          </ac:spMkLst>
        </pc:spChg>
        <pc:picChg chg="add del mod ord">
          <ac:chgData name="Simon Fong" userId="0989948daaec8292" providerId="LiveId" clId="{F12E0490-60F3-4147-9D04-93D87D41D5A0}" dt="2026-08-28T19:02:19.045" v="2398" actId="478"/>
          <ac:picMkLst>
            <pc:docMk/>
            <pc:sldMk cId="500054961" sldId="256"/>
            <ac:picMk id="5" creationId="{12A5560D-4EED-AC2C-FBFF-580D93D86CA1}"/>
          </ac:picMkLst>
        </pc:picChg>
        <pc:picChg chg="add del mod">
          <ac:chgData name="Simon Fong" userId="0989948daaec8292" providerId="LiveId" clId="{F12E0490-60F3-4147-9D04-93D87D41D5A0}" dt="2026-08-28T19:04:01.729" v="2412" actId="478"/>
          <ac:picMkLst>
            <pc:docMk/>
            <pc:sldMk cId="500054961" sldId="256"/>
            <ac:picMk id="17" creationId="{D3A091C2-74A7-AC34-61A5-BBDBDAE54AA6}"/>
          </ac:picMkLst>
        </pc:picChg>
        <pc:picChg chg="add del mod">
          <ac:chgData name="Simon Fong" userId="0989948daaec8292" providerId="LiveId" clId="{F12E0490-60F3-4147-9D04-93D87D41D5A0}" dt="2026-08-28T19:20:47.020" v="2513" actId="478"/>
          <ac:picMkLst>
            <pc:docMk/>
            <pc:sldMk cId="500054961" sldId="256"/>
            <ac:picMk id="19" creationId="{1EBA19AF-94A2-082D-0ABC-02FAD43B2C53}"/>
          </ac:picMkLst>
        </pc:picChg>
        <pc:picChg chg="add mod ord">
          <ac:chgData name="Simon Fong" userId="0989948daaec8292" providerId="LiveId" clId="{F12E0490-60F3-4147-9D04-93D87D41D5A0}" dt="2026-08-28T19:21:11.679" v="2515" actId="26606"/>
          <ac:picMkLst>
            <pc:docMk/>
            <pc:sldMk cId="500054961" sldId="256"/>
            <ac:picMk id="32" creationId="{7158F0ED-9F1D-EFEC-3544-41B5BB8F4EAA}"/>
          </ac:picMkLst>
        </pc:picChg>
        <pc:picChg chg="add del mod">
          <ac:chgData name="Simon Fong" userId="0989948daaec8292" providerId="LiveId" clId="{F12E0490-60F3-4147-9D04-93D87D41D5A0}" dt="2026-08-28T20:10:24.980" v="3133" actId="478"/>
          <ac:picMkLst>
            <pc:docMk/>
            <pc:sldMk cId="500054961" sldId="256"/>
            <ac:picMk id="36" creationId="{B16155E1-A118-6224-1FB2-CFB34DB43E88}"/>
          </ac:picMkLst>
        </pc:picChg>
      </pc:sldChg>
      <pc:sldChg chg="add del">
        <pc:chgData name="Simon Fong" userId="0989948daaec8292" providerId="LiveId" clId="{F12E0490-60F3-4147-9D04-93D87D41D5A0}" dt="2026-08-28T09:11:08.377" v="6" actId="47"/>
        <pc:sldMkLst>
          <pc:docMk/>
          <pc:sldMk cId="656983098" sldId="257"/>
        </pc:sldMkLst>
      </pc:sldChg>
      <pc:sldChg chg="new del">
        <pc:chgData name="Simon Fong" userId="0989948daaec8292" providerId="LiveId" clId="{F12E0490-60F3-4147-9D04-93D87D41D5A0}" dt="2026-08-28T09:10:53.104" v="4" actId="47"/>
        <pc:sldMkLst>
          <pc:docMk/>
          <pc:sldMk cId="1333159985" sldId="257"/>
        </pc:sldMkLst>
      </pc:sldChg>
      <pc:sldChg chg="addSp delSp modSp new del mod setBg addAnim delAnim modAnim delDesignElem">
        <pc:chgData name="Simon Fong" userId="0989948daaec8292" providerId="LiveId" clId="{F12E0490-60F3-4147-9D04-93D87D41D5A0}" dt="2026-08-28T19:09:55.308" v="2455" actId="47"/>
        <pc:sldMkLst>
          <pc:docMk/>
          <pc:sldMk cId="3275429992" sldId="257"/>
        </pc:sldMkLst>
        <pc:spChg chg="add del">
          <ac:chgData name="Simon Fong" userId="0989948daaec8292" providerId="LiveId" clId="{F12E0490-60F3-4147-9D04-93D87D41D5A0}" dt="2026-08-28T09:33:05.250" v="19" actId="26606"/>
          <ac:spMkLst>
            <pc:docMk/>
            <pc:sldMk cId="3275429992" sldId="257"/>
            <ac:spMk id="2" creationId="{1119304B-38A6-EA0E-AA7E-EF9CAC82FF72}"/>
          </ac:spMkLst>
        </pc:spChg>
        <pc:spChg chg="del">
          <ac:chgData name="Simon Fong" userId="0989948daaec8292" providerId="LiveId" clId="{F12E0490-60F3-4147-9D04-93D87D41D5A0}" dt="2026-08-28T09:32:42.619" v="10" actId="931"/>
          <ac:spMkLst>
            <pc:docMk/>
            <pc:sldMk cId="3275429992" sldId="257"/>
            <ac:spMk id="3" creationId="{690513BC-24A3-A195-285A-5F5EE436B204}"/>
          </ac:spMkLst>
        </pc:spChg>
        <pc:spChg chg="add del">
          <ac:chgData name="Simon Fong" userId="0989948daaec8292" providerId="LiveId" clId="{F12E0490-60F3-4147-9D04-93D87D41D5A0}" dt="2026-08-28T09:33:05.233" v="18" actId="26606"/>
          <ac:spMkLst>
            <pc:docMk/>
            <pc:sldMk cId="3275429992" sldId="257"/>
            <ac:spMk id="7" creationId="{1119304B-38A6-EA0E-AA7E-EF9CAC82FF72}"/>
          </ac:spMkLst>
        </pc:spChg>
        <pc:spChg chg="add del">
          <ac:chgData name="Simon Fong" userId="0989948daaec8292" providerId="LiveId" clId="{F12E0490-60F3-4147-9D04-93D87D41D5A0}" dt="2026-08-28T09:33:05.233" v="18" actId="26606"/>
          <ac:spMkLst>
            <pc:docMk/>
            <pc:sldMk cId="3275429992" sldId="257"/>
            <ac:spMk id="9" creationId="{2CEDDEA1-D082-4F67-A4C2-3C5C7A78F52E}"/>
          </ac:spMkLst>
        </pc:spChg>
        <pc:spChg chg="add del">
          <ac:chgData name="Simon Fong" userId="0989948daaec8292" providerId="LiveId" clId="{F12E0490-60F3-4147-9D04-93D87D41D5A0}" dt="2026-08-28T09:32:47.162" v="12" actId="26606"/>
          <ac:spMkLst>
            <pc:docMk/>
            <pc:sldMk cId="3275429992" sldId="257"/>
            <ac:spMk id="10" creationId="{42A4FC2C-047E-45A5-965D-8E1E3BF09BC6}"/>
          </ac:spMkLst>
        </pc:spChg>
        <pc:spChg chg="add del">
          <ac:chgData name="Simon Fong" userId="0989948daaec8292" providerId="LiveId" clId="{F12E0490-60F3-4147-9D04-93D87D41D5A0}" dt="2026-08-28T09:35:03.702" v="37" actId="26606"/>
          <ac:spMkLst>
            <pc:docMk/>
            <pc:sldMk cId="3275429992" sldId="257"/>
            <ac:spMk id="16" creationId="{C0763A76-9F1C-4FC5-82B7-DD475DA461B2}"/>
          </ac:spMkLst>
        </pc:spChg>
        <pc:spChg chg="add del">
          <ac:chgData name="Simon Fong" userId="0989948daaec8292" providerId="LiveId" clId="{F12E0490-60F3-4147-9D04-93D87D41D5A0}" dt="2026-08-28T09:35:03.702" v="37" actId="26606"/>
          <ac:spMkLst>
            <pc:docMk/>
            <pc:sldMk cId="3275429992" sldId="257"/>
            <ac:spMk id="17" creationId="{E81BF4F6-F2CF-4984-9D14-D6966D92F99F}"/>
          </ac:spMkLst>
        </pc:spChg>
        <pc:spChg chg="add mod">
          <ac:chgData name="Simon Fong" userId="0989948daaec8292" providerId="LiveId" clId="{F12E0490-60F3-4147-9D04-93D87D41D5A0}" dt="2026-08-28T11:19:52.650" v="123" actId="2711"/>
          <ac:spMkLst>
            <pc:docMk/>
            <pc:sldMk cId="3275429992" sldId="257"/>
            <ac:spMk id="18" creationId="{1119304B-38A6-EA0E-AA7E-EF9CAC82FF72}"/>
          </ac:spMkLst>
        </pc:spChg>
        <pc:spChg chg="add mod ord">
          <ac:chgData name="Simon Fong" userId="0989948daaec8292" providerId="LiveId" clId="{F12E0490-60F3-4147-9D04-93D87D41D5A0}" dt="2026-08-28T14:31:54.128" v="2044" actId="255"/>
          <ac:spMkLst>
            <pc:docMk/>
            <pc:sldMk cId="3275429992" sldId="257"/>
            <ac:spMk id="19" creationId="{2D5388E8-C14B-B15E-DD3F-6DA46179F666}"/>
          </ac:spMkLst>
        </pc:spChg>
        <pc:spChg chg="add del">
          <ac:chgData name="Simon Fong" userId="0989948daaec8292" providerId="LiveId" clId="{F12E0490-60F3-4147-9D04-93D87D41D5A0}" dt="2026-08-28T09:35:28.832" v="39" actId="26606"/>
          <ac:spMkLst>
            <pc:docMk/>
            <pc:sldMk cId="3275429992" sldId="257"/>
            <ac:spMk id="24" creationId="{2C61293E-6EBE-43EF-A52C-9BEBFD7679D4}"/>
          </ac:spMkLst>
        </pc:spChg>
        <pc:spChg chg="add del">
          <ac:chgData name="Simon Fong" userId="0989948daaec8292" providerId="LiveId" clId="{F12E0490-60F3-4147-9D04-93D87D41D5A0}" dt="2026-08-28T09:35:28.832" v="39" actId="26606"/>
          <ac:spMkLst>
            <pc:docMk/>
            <pc:sldMk cId="3275429992" sldId="257"/>
            <ac:spMk id="26" creationId="{21540236-BFD5-4A9D-8840-4703E7F76825}"/>
          </ac:spMkLst>
        </pc:spChg>
        <pc:spChg chg="add del">
          <ac:chgData name="Simon Fong" userId="0989948daaec8292" providerId="LiveId" clId="{F12E0490-60F3-4147-9D04-93D87D41D5A0}" dt="2026-08-28T09:35:49.844" v="43" actId="26606"/>
          <ac:spMkLst>
            <pc:docMk/>
            <pc:sldMk cId="3275429992" sldId="257"/>
            <ac:spMk id="31" creationId="{743AA782-23D1-4521-8CAD-47662984AA08}"/>
          </ac:spMkLst>
        </pc:spChg>
        <pc:spChg chg="add del">
          <ac:chgData name="Simon Fong" userId="0989948daaec8292" providerId="LiveId" clId="{F12E0490-60F3-4147-9D04-93D87D41D5A0}" dt="2026-08-28T09:35:49.844" v="43" actId="26606"/>
          <ac:spMkLst>
            <pc:docMk/>
            <pc:sldMk cId="3275429992" sldId="257"/>
            <ac:spMk id="33" creationId="{71877DBC-BB60-40F0-AC93-2ACDBAAE60CE}"/>
          </ac:spMkLst>
        </pc:spChg>
        <pc:spChg chg="add del">
          <ac:chgData name="Simon Fong" userId="0989948daaec8292" providerId="LiveId" clId="{F12E0490-60F3-4147-9D04-93D87D41D5A0}" dt="2026-08-28T18:55:39.825" v="2342"/>
          <ac:spMkLst>
            <pc:docMk/>
            <pc:sldMk cId="3275429992" sldId="257"/>
            <ac:spMk id="38" creationId="{45D37F4E-DDB4-456B-97E0-9937730A039F}"/>
          </ac:spMkLst>
        </pc:spChg>
        <pc:spChg chg="add del">
          <ac:chgData name="Simon Fong" userId="0989948daaec8292" providerId="LiveId" clId="{F12E0490-60F3-4147-9D04-93D87D41D5A0}" dt="2026-08-28T18:55:39.825" v="2342"/>
          <ac:spMkLst>
            <pc:docMk/>
            <pc:sldMk cId="3275429992" sldId="257"/>
            <ac:spMk id="40" creationId="{B2DD41CD-8F47-4F56-AD12-4E2FF7696987}"/>
          </ac:spMkLst>
        </pc:spChg>
        <pc:grpChg chg="add del">
          <ac:chgData name="Simon Fong" userId="0989948daaec8292" providerId="LiveId" clId="{F12E0490-60F3-4147-9D04-93D87D41D5A0}" dt="2026-08-28T09:33:05.233" v="18" actId="26606"/>
          <ac:grpSpMkLst>
            <pc:docMk/>
            <pc:sldMk cId="3275429992" sldId="257"/>
            <ac:grpSpMk id="12" creationId="{BE589684-54CA-64D8-C963-5F19FF75BF72}"/>
          </ac:grpSpMkLst>
        </pc:grpChg>
        <pc:grpChg chg="add del">
          <ac:chgData name="Simon Fong" userId="0989948daaec8292" providerId="LiveId" clId="{F12E0490-60F3-4147-9D04-93D87D41D5A0}" dt="2026-08-28T09:32:48.864" v="14" actId="26606"/>
          <ac:grpSpMkLst>
            <pc:docMk/>
            <pc:sldMk cId="3275429992" sldId="257"/>
            <ac:grpSpMk id="15" creationId="{723C66ED-DBBF-12CA-7F5E-813E0E7D036A}"/>
          </ac:grpSpMkLst>
        </pc:grpChg>
        <pc:picChg chg="add mod ord">
          <ac:chgData name="Simon Fong" userId="0989948daaec8292" providerId="LiveId" clId="{F12E0490-60F3-4147-9D04-93D87D41D5A0}" dt="2026-08-28T11:47:49.171" v="848" actId="14100"/>
          <ac:picMkLst>
            <pc:docMk/>
            <pc:sldMk cId="3275429992" sldId="257"/>
            <ac:picMk id="5" creationId="{87244398-5BCE-F101-48A4-87E490CDCEF4}"/>
          </ac:picMkLst>
        </pc:picChg>
      </pc:sldChg>
      <pc:sldChg chg="addSp delSp modSp add del mod setBg modClrScheme delDesignElem chgLayout">
        <pc:chgData name="Simon Fong" userId="0989948daaec8292" providerId="LiveId" clId="{F12E0490-60F3-4147-9D04-93D87D41D5A0}" dt="2026-08-28T19:24:52.173" v="2543" actId="47"/>
        <pc:sldMkLst>
          <pc:docMk/>
          <pc:sldMk cId="2151828274" sldId="258"/>
        </pc:sldMkLst>
        <pc:spChg chg="add del">
          <ac:chgData name="Simon Fong" userId="0989948daaec8292" providerId="LiveId" clId="{F12E0490-60F3-4147-9D04-93D87D41D5A0}" dt="2026-08-28T14:30:52.592" v="2032" actId="11529"/>
          <ac:spMkLst>
            <pc:docMk/>
            <pc:sldMk cId="2151828274" sldId="258"/>
            <ac:spMk id="4" creationId="{7D1166AF-21D8-606F-540E-295BABBC28AC}"/>
          </ac:spMkLst>
        </pc:spChg>
        <pc:spChg chg="mod ord">
          <ac:chgData name="Simon Fong" userId="0989948daaec8292" providerId="LiveId" clId="{F12E0490-60F3-4147-9D04-93D87D41D5A0}" dt="2026-08-28T14:38:38.652" v="2063" actId="20577"/>
          <ac:spMkLst>
            <pc:docMk/>
            <pc:sldMk cId="2151828274" sldId="258"/>
            <ac:spMk id="18" creationId="{B1CA3863-39D8-5D3B-D084-B2BDDEAB8B4A}"/>
          </ac:spMkLst>
        </pc:spChg>
        <pc:spChg chg="mod ord">
          <ac:chgData name="Simon Fong" userId="0989948daaec8292" providerId="LiveId" clId="{F12E0490-60F3-4147-9D04-93D87D41D5A0}" dt="2026-08-28T19:02:29.351" v="2400" actId="27636"/>
          <ac:spMkLst>
            <pc:docMk/>
            <pc:sldMk cId="2151828274" sldId="258"/>
            <ac:spMk id="19" creationId="{132AC0C3-4BCD-4F50-77FF-1D420AE7AEC3}"/>
          </ac:spMkLst>
        </pc:spChg>
        <pc:spChg chg="add del">
          <ac:chgData name="Simon Fong" userId="0989948daaec8292" providerId="LiveId" clId="{F12E0490-60F3-4147-9D04-93D87D41D5A0}" dt="2026-08-28T18:55:39.825" v="2342"/>
          <ac:spMkLst>
            <pc:docMk/>
            <pc:sldMk cId="2151828274" sldId="258"/>
            <ac:spMk id="38" creationId="{81736416-05D4-BED9-EF54-8E8D4A000811}"/>
          </ac:spMkLst>
        </pc:spChg>
        <pc:spChg chg="add del">
          <ac:chgData name="Simon Fong" userId="0989948daaec8292" providerId="LiveId" clId="{F12E0490-60F3-4147-9D04-93D87D41D5A0}" dt="2026-08-28T18:55:39.825" v="2342"/>
          <ac:spMkLst>
            <pc:docMk/>
            <pc:sldMk cId="2151828274" sldId="258"/>
            <ac:spMk id="40" creationId="{9113220B-0292-E581-2654-B567F46BE24A}"/>
          </ac:spMkLst>
        </pc:spChg>
        <pc:spChg chg="add del">
          <ac:chgData name="Simon Fong" userId="0989948daaec8292" providerId="LiveId" clId="{F12E0490-60F3-4147-9D04-93D87D41D5A0}" dt="2026-08-28T14:21:25.903" v="2017" actId="26606"/>
          <ac:spMkLst>
            <pc:docMk/>
            <pc:sldMk cId="2151828274" sldId="258"/>
            <ac:spMk id="45" creationId="{C0A1ED06-4733-4020-9C60-81D4D801408D}"/>
          </ac:spMkLst>
        </pc:spChg>
        <pc:spChg chg="add del">
          <ac:chgData name="Simon Fong" userId="0989948daaec8292" providerId="LiveId" clId="{F12E0490-60F3-4147-9D04-93D87D41D5A0}" dt="2026-08-28T14:21:25.903" v="2017" actId="26606"/>
          <ac:spMkLst>
            <pc:docMk/>
            <pc:sldMk cId="2151828274" sldId="258"/>
            <ac:spMk id="47" creationId="{B0CA3509-3AF9-45FE-93ED-57BB5D5E8E07}"/>
          </ac:spMkLst>
        </pc:spChg>
        <pc:picChg chg="add del mod ord">
          <ac:chgData name="Simon Fong" userId="0989948daaec8292" providerId="LiveId" clId="{F12E0490-60F3-4147-9D04-93D87D41D5A0}" dt="2026-08-28T14:21:30.089" v="2018" actId="478"/>
          <ac:picMkLst>
            <pc:docMk/>
            <pc:sldMk cId="2151828274" sldId="258"/>
            <ac:picMk id="3" creationId="{06281075-FA26-4D41-5A44-BBA701E71ADE}"/>
          </ac:picMkLst>
        </pc:picChg>
        <pc:picChg chg="del">
          <ac:chgData name="Simon Fong" userId="0989948daaec8292" providerId="LiveId" clId="{F12E0490-60F3-4147-9D04-93D87D41D5A0}" dt="2026-08-28T11:48:13.252" v="850" actId="478"/>
          <ac:picMkLst>
            <pc:docMk/>
            <pc:sldMk cId="2151828274" sldId="258"/>
            <ac:picMk id="5" creationId="{9923535A-0367-B4B0-33C6-9616477F31D0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28:03.252" v="2580" actId="2696"/>
        <pc:sldMkLst>
          <pc:docMk/>
          <pc:sldMk cId="1783334232" sldId="259"/>
        </pc:sldMkLst>
        <pc:spChg chg="mod">
          <ac:chgData name="Simon Fong" userId="0989948daaec8292" providerId="LiveId" clId="{F12E0490-60F3-4147-9D04-93D87D41D5A0}" dt="2026-08-28T11:32:56.388" v="452" actId="27636"/>
          <ac:spMkLst>
            <pc:docMk/>
            <pc:sldMk cId="1783334232" sldId="259"/>
            <ac:spMk id="18" creationId="{EE457910-CAFD-847F-6DA0-4EAA49D0A25D}"/>
          </ac:spMkLst>
        </pc:spChg>
        <pc:spChg chg="mod">
          <ac:chgData name="Simon Fong" userId="0989948daaec8292" providerId="LiveId" clId="{F12E0490-60F3-4147-9D04-93D87D41D5A0}" dt="2026-08-28T11:45:29.993" v="837" actId="207"/>
          <ac:spMkLst>
            <pc:docMk/>
            <pc:sldMk cId="1783334232" sldId="259"/>
            <ac:spMk id="19" creationId="{FD348539-64D1-6FF9-342E-E6797135D081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783334232" sldId="259"/>
            <ac:spMk id="38" creationId="{99074E83-3F9F-9B2D-94CE-FCB56621598F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783334232" sldId="259"/>
            <ac:spMk id="40" creationId="{9541F8CC-E5C4-6304-18CF-71403CF15D83}"/>
          </ac:spMkLst>
        </pc:spChg>
        <pc:picChg chg="add mod modCrop">
          <ac:chgData name="Simon Fong" userId="0989948daaec8292" providerId="LiveId" clId="{F12E0490-60F3-4147-9D04-93D87D41D5A0}" dt="2026-08-28T11:34:53.178" v="524" actId="14100"/>
          <ac:picMkLst>
            <pc:docMk/>
            <pc:sldMk cId="1783334232" sldId="259"/>
            <ac:picMk id="3" creationId="{CCC5AE3A-BA5B-E334-3FA0-DAEA1F74F018}"/>
          </ac:picMkLst>
        </pc:picChg>
        <pc:picChg chg="del">
          <ac:chgData name="Simon Fong" userId="0989948daaec8292" providerId="LiveId" clId="{F12E0490-60F3-4147-9D04-93D87D41D5A0}" dt="2026-08-28T14:13:12.476" v="1962" actId="478"/>
          <ac:picMkLst>
            <pc:docMk/>
            <pc:sldMk cId="1783334232" sldId="259"/>
            <ac:picMk id="5" creationId="{C5B43C7B-12D6-2488-3D3A-18D53690C423}"/>
          </ac:picMkLst>
        </pc:picChg>
        <pc:picChg chg="add">
          <ac:chgData name="Simon Fong" userId="0989948daaec8292" providerId="LiveId" clId="{F12E0490-60F3-4147-9D04-93D87D41D5A0}" dt="2026-08-28T14:13:09.669" v="1961" actId="22"/>
          <ac:picMkLst>
            <pc:docMk/>
            <pc:sldMk cId="1783334232" sldId="259"/>
            <ac:picMk id="6" creationId="{3C6556E1-FA09-D5F4-2B31-F16A5B50506E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31:01.497" v="2607" actId="2696"/>
        <pc:sldMkLst>
          <pc:docMk/>
          <pc:sldMk cId="2221197541" sldId="260"/>
        </pc:sldMkLst>
        <pc:spChg chg="mod">
          <ac:chgData name="Simon Fong" userId="0989948daaec8292" providerId="LiveId" clId="{F12E0490-60F3-4147-9D04-93D87D41D5A0}" dt="2026-08-28T11:43:56.691" v="801" actId="6549"/>
          <ac:spMkLst>
            <pc:docMk/>
            <pc:sldMk cId="2221197541" sldId="260"/>
            <ac:spMk id="18" creationId="{EEDA4360-0B41-8ECB-E7B9-D6A8FA8D9366}"/>
          </ac:spMkLst>
        </pc:spChg>
        <pc:spChg chg="mod">
          <ac:chgData name="Simon Fong" userId="0989948daaec8292" providerId="LiveId" clId="{F12E0490-60F3-4147-9D04-93D87D41D5A0}" dt="2026-08-28T19:28:52.255" v="2590" actId="21"/>
          <ac:spMkLst>
            <pc:docMk/>
            <pc:sldMk cId="2221197541" sldId="260"/>
            <ac:spMk id="19" creationId="{F1051057-6D89-B3F2-66B0-9E022EB9E07D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221197541" sldId="260"/>
            <ac:spMk id="38" creationId="{6E52E632-92BF-5639-A803-6E096216E11A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221197541" sldId="260"/>
            <ac:spMk id="40" creationId="{3E8E4F79-4FF5-9F59-EE3F-FD1504D4282F}"/>
          </ac:spMkLst>
        </pc:spChg>
        <pc:graphicFrameChg chg="add del mod modGraphic">
          <ac:chgData name="Simon Fong" userId="0989948daaec8292" providerId="LiveId" clId="{F12E0490-60F3-4147-9D04-93D87D41D5A0}" dt="2026-08-28T11:43:06.783" v="788" actId="478"/>
          <ac:graphicFrameMkLst>
            <pc:docMk/>
            <pc:sldMk cId="2221197541" sldId="260"/>
            <ac:graphicFrameMk id="2" creationId="{2BD42DA7-EDAD-4465-53C9-8D76F8DABF49}"/>
          </ac:graphicFrameMkLst>
        </pc:graphicFrameChg>
        <pc:picChg chg="del">
          <ac:chgData name="Simon Fong" userId="0989948daaec8292" providerId="LiveId" clId="{F12E0490-60F3-4147-9D04-93D87D41D5A0}" dt="2026-08-28T11:41:16.425" v="731" actId="478"/>
          <ac:picMkLst>
            <pc:docMk/>
            <pc:sldMk cId="2221197541" sldId="260"/>
            <ac:picMk id="3" creationId="{FB8F8321-035C-89D1-553D-36E7A2C3E0CF}"/>
          </ac:picMkLst>
        </pc:picChg>
        <pc:picChg chg="del">
          <ac:chgData name="Simon Fong" userId="0989948daaec8292" providerId="LiveId" clId="{F12E0490-60F3-4147-9D04-93D87D41D5A0}" dt="2026-08-28T14:13:26.512" v="1964" actId="478"/>
          <ac:picMkLst>
            <pc:docMk/>
            <pc:sldMk cId="2221197541" sldId="260"/>
            <ac:picMk id="5" creationId="{5779F635-B262-2B39-1090-28475982BD8C}"/>
          </ac:picMkLst>
        </pc:picChg>
        <pc:picChg chg="add mod modCrop">
          <ac:chgData name="Simon Fong" userId="0989948daaec8292" providerId="LiveId" clId="{F12E0490-60F3-4147-9D04-93D87D41D5A0}" dt="2026-08-28T13:16:20.594" v="1635" actId="14100"/>
          <ac:picMkLst>
            <pc:docMk/>
            <pc:sldMk cId="2221197541" sldId="260"/>
            <ac:picMk id="6" creationId="{5213EF7E-D84A-EEE8-C7AE-225F2CA530A2}"/>
          </ac:picMkLst>
        </pc:picChg>
        <pc:picChg chg="add">
          <ac:chgData name="Simon Fong" userId="0989948daaec8292" providerId="LiveId" clId="{F12E0490-60F3-4147-9D04-93D87D41D5A0}" dt="2026-08-28T14:13:23.939" v="1963" actId="22"/>
          <ac:picMkLst>
            <pc:docMk/>
            <pc:sldMk cId="2221197541" sldId="260"/>
            <ac:picMk id="8" creationId="{DF1D43F1-FFC7-7888-7C78-8D2BB8DF6E4D}"/>
          </ac:picMkLst>
        </pc:picChg>
      </pc:sldChg>
      <pc:sldChg chg="addSp delSp modSp add del mod modClrScheme delDesignElem chgLayout">
        <pc:chgData name="Simon Fong" userId="0989948daaec8292" providerId="LiveId" clId="{F12E0490-60F3-4147-9D04-93D87D41D5A0}" dt="2026-08-28T19:26:50.364" v="2562" actId="2696"/>
        <pc:sldMkLst>
          <pc:docMk/>
          <pc:sldMk cId="2249837108" sldId="261"/>
        </pc:sldMkLst>
        <pc:spChg chg="add del mod ord">
          <ac:chgData name="Simon Fong" userId="0989948daaec8292" providerId="LiveId" clId="{F12E0490-60F3-4147-9D04-93D87D41D5A0}" dt="2026-08-28T14:43:09.643" v="2088" actId="700"/>
          <ac:spMkLst>
            <pc:docMk/>
            <pc:sldMk cId="2249837108" sldId="261"/>
            <ac:spMk id="7" creationId="{A9B93D11-BB35-ABB2-5EE3-93FE68565FC1}"/>
          </ac:spMkLst>
        </pc:spChg>
        <pc:spChg chg="add del mod ord">
          <ac:chgData name="Simon Fong" userId="0989948daaec8292" providerId="LiveId" clId="{F12E0490-60F3-4147-9D04-93D87D41D5A0}" dt="2026-08-28T14:43:09.643" v="2088" actId="700"/>
          <ac:spMkLst>
            <pc:docMk/>
            <pc:sldMk cId="2249837108" sldId="261"/>
            <ac:spMk id="8" creationId="{72781C5B-B822-FB52-00D5-42C0321D0986}"/>
          </ac:spMkLst>
        </pc:spChg>
        <pc:spChg chg="add del mod ord">
          <ac:chgData name="Simon Fong" userId="0989948daaec8292" providerId="LiveId" clId="{F12E0490-60F3-4147-9D04-93D87D41D5A0}" dt="2026-08-28T14:43:09.643" v="2088" actId="700"/>
          <ac:spMkLst>
            <pc:docMk/>
            <pc:sldMk cId="2249837108" sldId="261"/>
            <ac:spMk id="9" creationId="{31B407CB-73D2-CD1C-B6E0-8C1F04D2E509}"/>
          </ac:spMkLst>
        </pc:spChg>
        <pc:spChg chg="mod ord">
          <ac:chgData name="Simon Fong" userId="0989948daaec8292" providerId="LiveId" clId="{F12E0490-60F3-4147-9D04-93D87D41D5A0}" dt="2026-08-28T18:23:07.785" v="2144" actId="21"/>
          <ac:spMkLst>
            <pc:docMk/>
            <pc:sldMk cId="2249837108" sldId="261"/>
            <ac:spMk id="18" creationId="{F132CFD8-4A88-7AB6-B7B3-9214C325F89F}"/>
          </ac:spMkLst>
        </pc:spChg>
        <pc:spChg chg="mod ord">
          <ac:chgData name="Simon Fong" userId="0989948daaec8292" providerId="LiveId" clId="{F12E0490-60F3-4147-9D04-93D87D41D5A0}" dt="2026-08-28T18:18:28.236" v="2138" actId="14100"/>
          <ac:spMkLst>
            <pc:docMk/>
            <pc:sldMk cId="2249837108" sldId="261"/>
            <ac:spMk id="19" creationId="{389D7C87-7902-A181-D7FF-92EE8E355D22}"/>
          </ac:spMkLst>
        </pc:spChg>
        <pc:spChg chg="del">
          <ac:chgData name="Simon Fong" userId="0989948daaec8292" providerId="LiveId" clId="{F12E0490-60F3-4147-9D04-93D87D41D5A0}" dt="2026-08-28T14:42:23.652" v="2081" actId="700"/>
          <ac:spMkLst>
            <pc:docMk/>
            <pc:sldMk cId="2249837108" sldId="261"/>
            <ac:spMk id="38" creationId="{995DA03A-07D6-A038-A403-E25EE10E7D0E}"/>
          </ac:spMkLst>
        </pc:spChg>
        <pc:spChg chg="del">
          <ac:chgData name="Simon Fong" userId="0989948daaec8292" providerId="LiveId" clId="{F12E0490-60F3-4147-9D04-93D87D41D5A0}" dt="2026-08-28T14:42:23.652" v="2081" actId="700"/>
          <ac:spMkLst>
            <pc:docMk/>
            <pc:sldMk cId="2249837108" sldId="261"/>
            <ac:spMk id="40" creationId="{C4C12056-659B-D830-58D9-22CD42AE56C3}"/>
          </ac:spMkLst>
        </pc:spChg>
        <pc:graphicFrameChg chg="add del">
          <ac:chgData name="Simon Fong" userId="0989948daaec8292" providerId="LiveId" clId="{F12E0490-60F3-4147-9D04-93D87D41D5A0}" dt="2026-08-28T18:23:13.266" v="2145" actId="478"/>
          <ac:graphicFrameMkLst>
            <pc:docMk/>
            <pc:sldMk cId="2249837108" sldId="261"/>
            <ac:graphicFrameMk id="12" creationId="{12BF0C26-D348-A8F8-4321-14959A66B152}"/>
          </ac:graphicFrameMkLst>
        </pc:graphicFrameChg>
        <pc:picChg chg="add del mod">
          <ac:chgData name="Simon Fong" userId="0989948daaec8292" providerId="LiveId" clId="{F12E0490-60F3-4147-9D04-93D87D41D5A0}" dt="2026-08-28T14:42:39.492" v="2083" actId="478"/>
          <ac:picMkLst>
            <pc:docMk/>
            <pc:sldMk cId="2249837108" sldId="261"/>
            <ac:picMk id="3" creationId="{605606B3-8F6B-4EC8-2B89-2A1B8C379DCD}"/>
          </ac:picMkLst>
        </pc:picChg>
        <pc:picChg chg="del">
          <ac:chgData name="Simon Fong" userId="0989948daaec8292" providerId="LiveId" clId="{F12E0490-60F3-4147-9D04-93D87D41D5A0}" dt="2026-08-28T11:48:53.335" v="852" actId="478"/>
          <ac:picMkLst>
            <pc:docMk/>
            <pc:sldMk cId="2249837108" sldId="261"/>
            <ac:picMk id="5" creationId="{6E44AC45-063E-CCD1-FA83-D7BCE2C52521}"/>
          </ac:picMkLst>
        </pc:picChg>
        <pc:picChg chg="add del">
          <ac:chgData name="Simon Fong" userId="0989948daaec8292" providerId="LiveId" clId="{F12E0490-60F3-4147-9D04-93D87D41D5A0}" dt="2026-08-28T14:42:10.143" v="2080" actId="478"/>
          <ac:picMkLst>
            <pc:docMk/>
            <pc:sldMk cId="2249837108" sldId="261"/>
            <ac:picMk id="6" creationId="{98FEC1B6-9CA1-3306-3FBD-CCF1A3AAC5AF}"/>
          </ac:picMkLst>
        </pc:picChg>
        <pc:picChg chg="add mod">
          <ac:chgData name="Simon Fong" userId="0989948daaec8292" providerId="LiveId" clId="{F12E0490-60F3-4147-9D04-93D87D41D5A0}" dt="2026-08-28T18:18:40.347" v="2141" actId="14100"/>
          <ac:picMkLst>
            <pc:docMk/>
            <pc:sldMk cId="2249837108" sldId="261"/>
            <ac:picMk id="11" creationId="{57A28213-518C-14FA-29F2-9D61FFF410E5}"/>
          </ac:picMkLst>
        </pc:picChg>
      </pc:sldChg>
      <pc:sldChg chg="addSp modSp add del mod ord">
        <pc:chgData name="Simon Fong" userId="0989948daaec8292" providerId="LiveId" clId="{F12E0490-60F3-4147-9D04-93D87D41D5A0}" dt="2026-08-28T14:12:47.765" v="1959" actId="2696"/>
        <pc:sldMkLst>
          <pc:docMk/>
          <pc:sldMk cId="2108627426" sldId="262"/>
        </pc:sldMkLst>
        <pc:spChg chg="mod">
          <ac:chgData name="Simon Fong" userId="0989948daaec8292" providerId="LiveId" clId="{F12E0490-60F3-4147-9D04-93D87D41D5A0}" dt="2026-08-28T13:37:16.932" v="1725"/>
          <ac:spMkLst>
            <pc:docMk/>
            <pc:sldMk cId="2108627426" sldId="262"/>
            <ac:spMk id="18" creationId="{632C65D9-6B81-7B34-8B0D-70CE75A4B60C}"/>
          </ac:spMkLst>
        </pc:spChg>
        <pc:spChg chg="mod">
          <ac:chgData name="Simon Fong" userId="0989948daaec8292" providerId="LiveId" clId="{F12E0490-60F3-4147-9D04-93D87D41D5A0}" dt="2026-08-28T12:42:39.495" v="1265" actId="21"/>
          <ac:spMkLst>
            <pc:docMk/>
            <pc:sldMk cId="2108627426" sldId="262"/>
            <ac:spMk id="19" creationId="{0662703B-4290-C534-05B1-698FC0DFFF00}"/>
          </ac:spMkLst>
        </pc:spChg>
        <pc:picChg chg="add mod modCrop">
          <ac:chgData name="Simon Fong" userId="0989948daaec8292" providerId="LiveId" clId="{F12E0490-60F3-4147-9D04-93D87D41D5A0}" dt="2026-08-28T13:28:59.478" v="1710" actId="14100"/>
          <ac:picMkLst>
            <pc:docMk/>
            <pc:sldMk cId="2108627426" sldId="262"/>
            <ac:picMk id="3" creationId="{C4EC3F56-96BF-621E-E1EA-5F3A684D1154}"/>
          </ac:picMkLst>
        </pc:picChg>
      </pc:sldChg>
      <pc:sldChg chg="add del">
        <pc:chgData name="Simon Fong" userId="0989948daaec8292" providerId="LiveId" clId="{F12E0490-60F3-4147-9D04-93D87D41D5A0}" dt="2026-08-28T11:55:19.151" v="907" actId="47"/>
        <pc:sldMkLst>
          <pc:docMk/>
          <pc:sldMk cId="2862059799" sldId="263"/>
        </pc:sldMkLst>
      </pc:sldChg>
      <pc:sldChg chg="add del">
        <pc:chgData name="Simon Fong" userId="0989948daaec8292" providerId="LiveId" clId="{F12E0490-60F3-4147-9D04-93D87D41D5A0}" dt="2026-08-28T11:55:09.862" v="906" actId="47"/>
        <pc:sldMkLst>
          <pc:docMk/>
          <pc:sldMk cId="1866325329" sldId="264"/>
        </pc:sldMkLst>
      </pc:sldChg>
      <pc:sldChg chg="addSp delSp modSp add del mod">
        <pc:chgData name="Simon Fong" userId="0989948daaec8292" providerId="LiveId" clId="{F12E0490-60F3-4147-9D04-93D87D41D5A0}" dt="2026-08-28T12:14:09.575" v="1032" actId="47"/>
        <pc:sldMkLst>
          <pc:docMk/>
          <pc:sldMk cId="3955288115" sldId="265"/>
        </pc:sldMkLst>
        <pc:spChg chg="mod">
          <ac:chgData name="Simon Fong" userId="0989948daaec8292" providerId="LiveId" clId="{F12E0490-60F3-4147-9D04-93D87D41D5A0}" dt="2026-08-28T12:08:10.333" v="987" actId="20577"/>
          <ac:spMkLst>
            <pc:docMk/>
            <pc:sldMk cId="3955288115" sldId="265"/>
            <ac:spMk id="19" creationId="{100B7CE9-18FE-D778-158E-15AC454E062B}"/>
          </ac:spMkLst>
        </pc:spChg>
        <pc:picChg chg="add mod modCrop">
          <ac:chgData name="Simon Fong" userId="0989948daaec8292" providerId="LiveId" clId="{F12E0490-60F3-4147-9D04-93D87D41D5A0}" dt="2026-08-28T11:54:57.014" v="904" actId="1076"/>
          <ac:picMkLst>
            <pc:docMk/>
            <pc:sldMk cId="3955288115" sldId="265"/>
            <ac:picMk id="3" creationId="{2FD62C1A-CCC2-5E77-B56A-2A769090F17A}"/>
          </ac:picMkLst>
        </pc:picChg>
        <pc:picChg chg="del">
          <ac:chgData name="Simon Fong" userId="0989948daaec8292" providerId="LiveId" clId="{F12E0490-60F3-4147-9D04-93D87D41D5A0}" dt="2026-08-28T11:54:24.816" v="898" actId="478"/>
          <ac:picMkLst>
            <pc:docMk/>
            <pc:sldMk cId="3955288115" sldId="265"/>
            <ac:picMk id="6" creationId="{7F0C454C-B0A6-9EFE-E438-11B5210FBC92}"/>
          </ac:picMkLst>
        </pc:picChg>
      </pc:sldChg>
      <pc:sldChg chg="addSp delSp modSp add del mod">
        <pc:chgData name="Simon Fong" userId="0989948daaec8292" providerId="LiveId" clId="{F12E0490-60F3-4147-9D04-93D87D41D5A0}" dt="2026-08-28T12:16:34.999" v="1060" actId="47"/>
        <pc:sldMkLst>
          <pc:docMk/>
          <pc:sldMk cId="318088248" sldId="266"/>
        </pc:sldMkLst>
        <pc:spChg chg="mod">
          <ac:chgData name="Simon Fong" userId="0989948daaec8292" providerId="LiveId" clId="{F12E0490-60F3-4147-9D04-93D87D41D5A0}" dt="2026-08-28T11:57:05.412" v="955" actId="14100"/>
          <ac:spMkLst>
            <pc:docMk/>
            <pc:sldMk cId="318088248" sldId="266"/>
            <ac:spMk id="19" creationId="{ECCF8105-02BC-8459-9271-CBD5EFA74EEE}"/>
          </ac:spMkLst>
        </pc:spChg>
        <pc:picChg chg="del mod">
          <ac:chgData name="Simon Fong" userId="0989948daaec8292" providerId="LiveId" clId="{F12E0490-60F3-4147-9D04-93D87D41D5A0}" dt="2026-08-28T12:06:03.779" v="959" actId="478"/>
          <ac:picMkLst>
            <pc:docMk/>
            <pc:sldMk cId="318088248" sldId="266"/>
            <ac:picMk id="3" creationId="{A15FD5D0-9985-23EB-ABC7-12E45F3B080B}"/>
          </ac:picMkLst>
        </pc:picChg>
        <pc:picChg chg="add mod">
          <ac:chgData name="Simon Fong" userId="0989948daaec8292" providerId="LiveId" clId="{F12E0490-60F3-4147-9D04-93D87D41D5A0}" dt="2026-08-28T12:06:21.433" v="976" actId="1035"/>
          <ac:picMkLst>
            <pc:docMk/>
            <pc:sldMk cId="318088248" sldId="266"/>
            <ac:picMk id="4" creationId="{53506E3F-C0FE-10C7-9F67-FB6DD53D1C56}"/>
          </ac:picMkLst>
        </pc:picChg>
      </pc:sldChg>
      <pc:sldChg chg="modSp add del mod">
        <pc:chgData name="Simon Fong" userId="0989948daaec8292" providerId="LiveId" clId="{F12E0490-60F3-4147-9D04-93D87D41D5A0}" dt="2026-08-28T12:16:36.249" v="1061" actId="47"/>
        <pc:sldMkLst>
          <pc:docMk/>
          <pc:sldMk cId="2415218082" sldId="267"/>
        </pc:sldMkLst>
        <pc:spChg chg="mod">
          <ac:chgData name="Simon Fong" userId="0989948daaec8292" providerId="LiveId" clId="{F12E0490-60F3-4147-9D04-93D87D41D5A0}" dt="2026-08-28T12:06:58.598" v="980" actId="255"/>
          <ac:spMkLst>
            <pc:docMk/>
            <pc:sldMk cId="2415218082" sldId="267"/>
            <ac:spMk id="19" creationId="{758779DE-93A6-D915-2779-76B48611FB67}"/>
          </ac:spMkLst>
        </pc:spChg>
        <pc:picChg chg="mod">
          <ac:chgData name="Simon Fong" userId="0989948daaec8292" providerId="LiveId" clId="{F12E0490-60F3-4147-9D04-93D87D41D5A0}" dt="2026-08-28T12:07:34.047" v="981" actId="14826"/>
          <ac:picMkLst>
            <pc:docMk/>
            <pc:sldMk cId="2415218082" sldId="267"/>
            <ac:picMk id="3" creationId="{4276A87D-F194-3BD0-37CE-9434DBA735AF}"/>
          </ac:picMkLst>
        </pc:picChg>
      </pc:sldChg>
      <pc:sldChg chg="add del">
        <pc:chgData name="Simon Fong" userId="0989948daaec8292" providerId="LiveId" clId="{F12E0490-60F3-4147-9D04-93D87D41D5A0}" dt="2026-08-28T12:16:38.514" v="1062" actId="47"/>
        <pc:sldMkLst>
          <pc:docMk/>
          <pc:sldMk cId="2038034726" sldId="268"/>
        </pc:sldMkLst>
      </pc:sldChg>
      <pc:sldChg chg="addSp delSp modSp add del mod">
        <pc:chgData name="Simon Fong" userId="0989948daaec8292" providerId="LiveId" clId="{F12E0490-60F3-4147-9D04-93D87D41D5A0}" dt="2026-08-28T13:19:29.494" v="1654" actId="2696"/>
        <pc:sldMkLst>
          <pc:docMk/>
          <pc:sldMk cId="2327669793" sldId="269"/>
        </pc:sldMkLst>
        <pc:spChg chg="mod">
          <ac:chgData name="Simon Fong" userId="0989948daaec8292" providerId="LiveId" clId="{F12E0490-60F3-4147-9D04-93D87D41D5A0}" dt="2026-08-28T12:15:33.825" v="1046" actId="207"/>
          <ac:spMkLst>
            <pc:docMk/>
            <pc:sldMk cId="2327669793" sldId="269"/>
            <ac:spMk id="19" creationId="{3013F124-0F5F-D34B-632A-6B114F05C75E}"/>
          </ac:spMkLst>
        </pc:spChg>
        <pc:picChg chg="add mod">
          <ac:chgData name="Simon Fong" userId="0989948daaec8292" providerId="LiveId" clId="{F12E0490-60F3-4147-9D04-93D87D41D5A0}" dt="2026-08-28T12:14:02.556" v="1031" actId="14100"/>
          <ac:picMkLst>
            <pc:docMk/>
            <pc:sldMk cId="2327669793" sldId="269"/>
            <ac:picMk id="3" creationId="{A38773D1-2399-39B9-2DFE-8B169022B36F}"/>
          </ac:picMkLst>
        </pc:picChg>
        <pc:picChg chg="del">
          <ac:chgData name="Simon Fong" userId="0989948daaec8292" providerId="LiveId" clId="{F12E0490-60F3-4147-9D04-93D87D41D5A0}" dt="2026-08-28T12:13:30.680" v="1028" actId="478"/>
          <ac:picMkLst>
            <pc:docMk/>
            <pc:sldMk cId="2327669793" sldId="269"/>
            <ac:picMk id="6" creationId="{826D4422-80D7-8F47-D982-BB3CA80C9965}"/>
          </ac:picMkLst>
        </pc:picChg>
      </pc:sldChg>
      <pc:sldChg chg="modSp add del mod">
        <pc:chgData name="Simon Fong" userId="0989948daaec8292" providerId="LiveId" clId="{F12E0490-60F3-4147-9D04-93D87D41D5A0}" dt="2026-08-28T13:20:24.168" v="1663" actId="2696"/>
        <pc:sldMkLst>
          <pc:docMk/>
          <pc:sldMk cId="1724388104" sldId="270"/>
        </pc:sldMkLst>
        <pc:spChg chg="mod">
          <ac:chgData name="Simon Fong" userId="0989948daaec8292" providerId="LiveId" clId="{F12E0490-60F3-4147-9D04-93D87D41D5A0}" dt="2026-08-28T12:15:47.136" v="1051" actId="113"/>
          <ac:spMkLst>
            <pc:docMk/>
            <pc:sldMk cId="1724388104" sldId="270"/>
            <ac:spMk id="19" creationId="{EA7AB3E2-75BE-D9B5-D042-050A08F17AD4}"/>
          </ac:spMkLst>
        </pc:spChg>
        <pc:picChg chg="mod">
          <ac:chgData name="Simon Fong" userId="0989948daaec8292" providerId="LiveId" clId="{F12E0490-60F3-4147-9D04-93D87D41D5A0}" dt="2026-08-28T12:15:01.416" v="1039" actId="14826"/>
          <ac:picMkLst>
            <pc:docMk/>
            <pc:sldMk cId="1724388104" sldId="270"/>
            <ac:picMk id="3" creationId="{5B355FA6-3AF7-574A-8B63-3BD76626A216}"/>
          </ac:picMkLst>
        </pc:picChg>
      </pc:sldChg>
      <pc:sldChg chg="modSp add del mod">
        <pc:chgData name="Simon Fong" userId="0989948daaec8292" providerId="LiveId" clId="{F12E0490-60F3-4147-9D04-93D87D41D5A0}" dt="2026-08-28T13:21:52.481" v="1674" actId="2696"/>
        <pc:sldMkLst>
          <pc:docMk/>
          <pc:sldMk cId="2631875084" sldId="271"/>
        </pc:sldMkLst>
        <pc:spChg chg="mod">
          <ac:chgData name="Simon Fong" userId="0989948daaec8292" providerId="LiveId" clId="{F12E0490-60F3-4147-9D04-93D87D41D5A0}" dt="2026-08-28T12:16:04.853" v="1057" actId="207"/>
          <ac:spMkLst>
            <pc:docMk/>
            <pc:sldMk cId="2631875084" sldId="271"/>
            <ac:spMk id="19" creationId="{56383D49-1EB0-81F9-CF38-7409F74CAFC8}"/>
          </ac:spMkLst>
        </pc:spChg>
        <pc:picChg chg="mod">
          <ac:chgData name="Simon Fong" userId="0989948daaec8292" providerId="LiveId" clId="{F12E0490-60F3-4147-9D04-93D87D41D5A0}" dt="2026-08-28T12:16:19.736" v="1058" actId="14826"/>
          <ac:picMkLst>
            <pc:docMk/>
            <pc:sldMk cId="2631875084" sldId="271"/>
            <ac:picMk id="3" creationId="{E10AE312-C971-26BE-73FD-173408D8619A}"/>
          </ac:picMkLst>
        </pc:picChg>
      </pc:sldChg>
      <pc:sldChg chg="modSp add del mod">
        <pc:chgData name="Simon Fong" userId="0989948daaec8292" providerId="LiveId" clId="{F12E0490-60F3-4147-9D04-93D87D41D5A0}" dt="2026-08-28T13:23:24.465" v="1683" actId="2696"/>
        <pc:sldMkLst>
          <pc:docMk/>
          <pc:sldMk cId="2378374729" sldId="272"/>
        </pc:sldMkLst>
        <pc:spChg chg="mod">
          <ac:chgData name="Simon Fong" userId="0989948daaec8292" providerId="LiveId" clId="{F12E0490-60F3-4147-9D04-93D87D41D5A0}" dt="2026-08-28T13:22:06.699" v="1675" actId="255"/>
          <ac:spMkLst>
            <pc:docMk/>
            <pc:sldMk cId="2378374729" sldId="272"/>
            <ac:spMk id="19" creationId="{026B5378-D221-D35E-172A-912A451AE015}"/>
          </ac:spMkLst>
        </pc:spChg>
        <pc:picChg chg="mod">
          <ac:chgData name="Simon Fong" userId="0989948daaec8292" providerId="LiveId" clId="{F12E0490-60F3-4147-9D04-93D87D41D5A0}" dt="2026-08-28T13:22:16.162" v="1676" actId="1076"/>
          <ac:picMkLst>
            <pc:docMk/>
            <pc:sldMk cId="2378374729" sldId="272"/>
            <ac:picMk id="3" creationId="{A361BBA7-36EA-A963-E320-8EE48CE0A532}"/>
          </ac:picMkLst>
        </pc:picChg>
      </pc:sldChg>
      <pc:sldChg chg="add del">
        <pc:chgData name="Simon Fong" userId="0989948daaec8292" providerId="LiveId" clId="{F12E0490-60F3-4147-9D04-93D87D41D5A0}" dt="2026-08-28T12:26:24.668" v="1110" actId="47"/>
        <pc:sldMkLst>
          <pc:docMk/>
          <pc:sldMk cId="150998785" sldId="273"/>
        </pc:sldMkLst>
      </pc:sldChg>
      <pc:sldChg chg="modSp add del">
        <pc:chgData name="Simon Fong" userId="0989948daaec8292" providerId="LiveId" clId="{F12E0490-60F3-4147-9D04-93D87D41D5A0}" dt="2026-08-28T12:22:56.892" v="1104" actId="47"/>
        <pc:sldMkLst>
          <pc:docMk/>
          <pc:sldMk cId="3687521253" sldId="274"/>
        </pc:sldMkLst>
        <pc:picChg chg="mod">
          <ac:chgData name="Simon Fong" userId="0989948daaec8292" providerId="LiveId" clId="{F12E0490-60F3-4147-9D04-93D87D41D5A0}" dt="2026-08-28T12:21:58.099" v="1099" actId="14826"/>
          <ac:picMkLst>
            <pc:docMk/>
            <pc:sldMk cId="3687521253" sldId="274"/>
            <ac:picMk id="3" creationId="{AFEC848D-6674-5D5C-C4DF-DC0A9365D690}"/>
          </ac:picMkLst>
        </pc:picChg>
      </pc:sldChg>
      <pc:sldChg chg="modSp add del mod">
        <pc:chgData name="Simon Fong" userId="0989948daaec8292" providerId="LiveId" clId="{F12E0490-60F3-4147-9D04-93D87D41D5A0}" dt="2026-08-28T13:25:06.191" v="1690" actId="2696"/>
        <pc:sldMkLst>
          <pc:docMk/>
          <pc:sldMk cId="756666604" sldId="275"/>
        </pc:sldMkLst>
        <pc:spChg chg="mod">
          <ac:chgData name="Simon Fong" userId="0989948daaec8292" providerId="LiveId" clId="{F12E0490-60F3-4147-9D04-93D87D41D5A0}" dt="2026-08-28T12:27:00.978" v="1113" actId="20577"/>
          <ac:spMkLst>
            <pc:docMk/>
            <pc:sldMk cId="756666604" sldId="275"/>
            <ac:spMk id="19" creationId="{99B43E90-700E-93F5-95B2-DAC47A029BA4}"/>
          </ac:spMkLst>
        </pc:spChg>
        <pc:picChg chg="mod">
          <ac:chgData name="Simon Fong" userId="0989948daaec8292" providerId="LiveId" clId="{F12E0490-60F3-4147-9D04-93D87D41D5A0}" dt="2026-08-28T12:22:18.856" v="1101" actId="14826"/>
          <ac:picMkLst>
            <pc:docMk/>
            <pc:sldMk cId="756666604" sldId="275"/>
            <ac:picMk id="3" creationId="{0514B905-4355-40DC-F451-161EE631F3DE}"/>
          </ac:picMkLst>
        </pc:picChg>
      </pc:sldChg>
      <pc:sldChg chg="add del">
        <pc:chgData name="Simon Fong" userId="0989948daaec8292" providerId="LiveId" clId="{F12E0490-60F3-4147-9D04-93D87D41D5A0}" dt="2026-08-28T12:22:59.365" v="1105" actId="47"/>
        <pc:sldMkLst>
          <pc:docMk/>
          <pc:sldMk cId="494344816" sldId="276"/>
        </pc:sldMkLst>
      </pc:sldChg>
      <pc:sldChg chg="addSp delSp modSp add del mod delDesignElem">
        <pc:chgData name="Simon Fong" userId="0989948daaec8292" providerId="LiveId" clId="{F12E0490-60F3-4147-9D04-93D87D41D5A0}" dt="2026-08-28T19:43:52.632" v="2800" actId="2696"/>
        <pc:sldMkLst>
          <pc:docMk/>
          <pc:sldMk cId="3045250339" sldId="277"/>
        </pc:sldMkLst>
        <pc:spChg chg="mod">
          <ac:chgData name="Simon Fong" userId="0989948daaec8292" providerId="LiveId" clId="{F12E0490-60F3-4147-9D04-93D87D41D5A0}" dt="2026-08-28T12:27:18.237" v="1114" actId="20577"/>
          <ac:spMkLst>
            <pc:docMk/>
            <pc:sldMk cId="3045250339" sldId="277"/>
            <ac:spMk id="19" creationId="{F3B961A5-5A20-FEAA-E256-FB27EC040B68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045250339" sldId="277"/>
            <ac:spMk id="38" creationId="{D1516279-AAB8-5414-6C5B-7873568C34FE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045250339" sldId="277"/>
            <ac:spMk id="40" creationId="{AD520609-E3EB-9FF2-6F30-15B80C3848B8}"/>
          </ac:spMkLst>
        </pc:spChg>
        <pc:picChg chg="mod modCrop">
          <ac:chgData name="Simon Fong" userId="0989948daaec8292" providerId="LiveId" clId="{F12E0490-60F3-4147-9D04-93D87D41D5A0}" dt="2026-08-28T12:25:26.003" v="1109" actId="14100"/>
          <ac:picMkLst>
            <pc:docMk/>
            <pc:sldMk cId="3045250339" sldId="277"/>
            <ac:picMk id="3" creationId="{4C8AEBC0-5471-CCCD-2D3A-348BB72771BB}"/>
          </ac:picMkLst>
        </pc:picChg>
        <pc:picChg chg="add">
          <ac:chgData name="Simon Fong" userId="0989948daaec8292" providerId="LiveId" clId="{F12E0490-60F3-4147-9D04-93D87D41D5A0}" dt="2026-08-28T14:14:38.700" v="1975" actId="22"/>
          <ac:picMkLst>
            <pc:docMk/>
            <pc:sldMk cId="3045250339" sldId="277"/>
            <ac:picMk id="4" creationId="{BEADB593-D820-1809-AAC3-FBBBD0794407}"/>
          </ac:picMkLst>
        </pc:picChg>
        <pc:picChg chg="del">
          <ac:chgData name="Simon Fong" userId="0989948daaec8292" providerId="LiveId" clId="{F12E0490-60F3-4147-9D04-93D87D41D5A0}" dt="2026-08-28T14:14:40.639" v="1976" actId="478"/>
          <ac:picMkLst>
            <pc:docMk/>
            <pc:sldMk cId="3045250339" sldId="277"/>
            <ac:picMk id="5" creationId="{FE08E3E1-081D-7FAC-916A-35051855B678}"/>
          </ac:picMkLst>
        </pc:picChg>
      </pc:sldChg>
      <pc:sldChg chg="modSp add del mod">
        <pc:chgData name="Simon Fong" userId="0989948daaec8292" providerId="LiveId" clId="{F12E0490-60F3-4147-9D04-93D87D41D5A0}" dt="2026-08-28T13:29:49.823" v="1712" actId="2696"/>
        <pc:sldMkLst>
          <pc:docMk/>
          <pc:sldMk cId="362878656" sldId="278"/>
        </pc:sldMkLst>
        <pc:spChg chg="mod">
          <ac:chgData name="Simon Fong" userId="0989948daaec8292" providerId="LiveId" clId="{F12E0490-60F3-4147-9D04-93D87D41D5A0}" dt="2026-08-28T12:36:40.664" v="1241" actId="2711"/>
          <ac:spMkLst>
            <pc:docMk/>
            <pc:sldMk cId="362878656" sldId="278"/>
            <ac:spMk id="18" creationId="{4E4012BC-0A36-153F-D732-8D22A9A5FF4C}"/>
          </ac:spMkLst>
        </pc:spChg>
        <pc:spChg chg="mod">
          <ac:chgData name="Simon Fong" userId="0989948daaec8292" providerId="LiveId" clId="{F12E0490-60F3-4147-9D04-93D87D41D5A0}" dt="2026-08-28T12:39:25.212" v="1255" actId="20577"/>
          <ac:spMkLst>
            <pc:docMk/>
            <pc:sldMk cId="362878656" sldId="278"/>
            <ac:spMk id="19" creationId="{B28C324F-4F14-685F-7F2F-AD5B9CE0D683}"/>
          </ac:spMkLst>
        </pc:spChg>
      </pc:sldChg>
      <pc:sldChg chg="modSp add del mod">
        <pc:chgData name="Simon Fong" userId="0989948daaec8292" providerId="LiveId" clId="{F12E0490-60F3-4147-9D04-93D87D41D5A0}" dt="2026-08-28T14:12:53.550" v="1960" actId="2696"/>
        <pc:sldMkLst>
          <pc:docMk/>
          <pc:sldMk cId="1812374278" sldId="279"/>
        </pc:sldMkLst>
        <pc:spChg chg="mod">
          <ac:chgData name="Simon Fong" userId="0989948daaec8292" providerId="LiveId" clId="{F12E0490-60F3-4147-9D04-93D87D41D5A0}" dt="2026-08-28T12:41:48.559" v="1257" actId="14100"/>
          <ac:spMkLst>
            <pc:docMk/>
            <pc:sldMk cId="1812374278" sldId="279"/>
            <ac:spMk id="19" creationId="{C80A642F-8C13-FA30-9E57-77CDA46A89D5}"/>
          </ac:spMkLst>
        </pc:spChg>
        <pc:picChg chg="mod modCrop">
          <ac:chgData name="Simon Fong" userId="0989948daaec8292" providerId="LiveId" clId="{F12E0490-60F3-4147-9D04-93D87D41D5A0}" dt="2026-08-28T12:42:23.158" v="1262" actId="1076"/>
          <ac:picMkLst>
            <pc:docMk/>
            <pc:sldMk cId="1812374278" sldId="279"/>
            <ac:picMk id="3" creationId="{999B70AF-1079-FADA-2B38-21E200A8263D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47:34.157" v="2834" actId="2696"/>
        <pc:sldMkLst>
          <pc:docMk/>
          <pc:sldMk cId="1233839077" sldId="280"/>
        </pc:sldMkLst>
        <pc:spChg chg="mod">
          <ac:chgData name="Simon Fong" userId="0989948daaec8292" providerId="LiveId" clId="{F12E0490-60F3-4147-9D04-93D87D41D5A0}" dt="2026-08-28T12:42:31.936" v="1264"/>
          <ac:spMkLst>
            <pc:docMk/>
            <pc:sldMk cId="1233839077" sldId="280"/>
            <ac:spMk id="18" creationId="{6FF30009-1DEF-E1E6-BC07-F8C0CC26C222}"/>
          </ac:spMkLst>
        </pc:spChg>
        <pc:spChg chg="mod">
          <ac:chgData name="Simon Fong" userId="0989948daaec8292" providerId="LiveId" clId="{F12E0490-60F3-4147-9D04-93D87D41D5A0}" dt="2026-08-28T12:46:43.880" v="1316" actId="255"/>
          <ac:spMkLst>
            <pc:docMk/>
            <pc:sldMk cId="1233839077" sldId="280"/>
            <ac:spMk id="19" creationId="{94B2211E-013C-9EE1-7AEA-69E98DF42D95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233839077" sldId="280"/>
            <ac:spMk id="38" creationId="{C5503484-B7EA-2067-52BD-E85534D2E8C3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233839077" sldId="280"/>
            <ac:spMk id="40" creationId="{9AF5C9B3-D88D-F5C7-A10F-4002DFD511C1}"/>
          </ac:spMkLst>
        </pc:spChg>
        <pc:picChg chg="mod modCrop">
          <ac:chgData name="Simon Fong" userId="0989948daaec8292" providerId="LiveId" clId="{F12E0490-60F3-4147-9D04-93D87D41D5A0}" dt="2026-08-28T12:45:16.380" v="1289" actId="14100"/>
          <ac:picMkLst>
            <pc:docMk/>
            <pc:sldMk cId="1233839077" sldId="280"/>
            <ac:picMk id="3" creationId="{153897AA-BA33-C61D-58C7-8C269DB9B2D8}"/>
          </ac:picMkLst>
        </pc:picChg>
        <pc:picChg chg="add">
          <ac:chgData name="Simon Fong" userId="0989948daaec8292" providerId="LiveId" clId="{F12E0490-60F3-4147-9D04-93D87D41D5A0}" dt="2026-08-28T14:14:43.706" v="1977" actId="22"/>
          <ac:picMkLst>
            <pc:docMk/>
            <pc:sldMk cId="1233839077" sldId="280"/>
            <ac:picMk id="4" creationId="{389EABF3-7F80-360D-235C-C8ACC02A50CA}"/>
          </ac:picMkLst>
        </pc:picChg>
        <pc:picChg chg="del">
          <ac:chgData name="Simon Fong" userId="0989948daaec8292" providerId="LiveId" clId="{F12E0490-60F3-4147-9D04-93D87D41D5A0}" dt="2026-08-28T14:14:45.704" v="1978" actId="478"/>
          <ac:picMkLst>
            <pc:docMk/>
            <pc:sldMk cId="1233839077" sldId="280"/>
            <ac:picMk id="5" creationId="{52B23222-9758-D61E-94F2-15BE32EF2BE7}"/>
          </ac:picMkLst>
        </pc:picChg>
      </pc:sldChg>
      <pc:sldChg chg="delSp modSp add del mod">
        <pc:chgData name="Simon Fong" userId="0989948daaec8292" providerId="LiveId" clId="{F12E0490-60F3-4147-9D04-93D87D41D5A0}" dt="2026-08-28T12:51:39.210" v="1388" actId="47"/>
        <pc:sldMkLst>
          <pc:docMk/>
          <pc:sldMk cId="2200000520" sldId="281"/>
        </pc:sldMkLst>
        <pc:spChg chg="mod">
          <ac:chgData name="Simon Fong" userId="0989948daaec8292" providerId="LiveId" clId="{F12E0490-60F3-4147-9D04-93D87D41D5A0}" dt="2026-08-28T12:49:53.197" v="1378"/>
          <ac:spMkLst>
            <pc:docMk/>
            <pc:sldMk cId="2200000520" sldId="281"/>
            <ac:spMk id="19" creationId="{69947819-B108-C125-6073-CDB56B57CBA7}"/>
          </ac:spMkLst>
        </pc:spChg>
        <pc:picChg chg="del mod">
          <ac:chgData name="Simon Fong" userId="0989948daaec8292" providerId="LiveId" clId="{F12E0490-60F3-4147-9D04-93D87D41D5A0}" dt="2026-08-28T12:51:34.615" v="1387" actId="478"/>
          <ac:picMkLst>
            <pc:docMk/>
            <pc:sldMk cId="2200000520" sldId="281"/>
            <ac:picMk id="3" creationId="{70AB47AF-B162-0FE8-22C6-14F1FE684E5E}"/>
          </ac:picMkLst>
        </pc:picChg>
      </pc:sldChg>
      <pc:sldChg chg="addSp delSp modSp add del mod ord delDesignElem">
        <pc:chgData name="Simon Fong" userId="0989948daaec8292" providerId="LiveId" clId="{F12E0490-60F3-4147-9D04-93D87D41D5A0}" dt="2026-08-28T19:51:09.770" v="2883" actId="2696"/>
        <pc:sldMkLst>
          <pc:docMk/>
          <pc:sldMk cId="3318575373" sldId="282"/>
        </pc:sldMkLst>
        <pc:spChg chg="mod">
          <ac:chgData name="Simon Fong" userId="0989948daaec8292" providerId="LiveId" clId="{F12E0490-60F3-4147-9D04-93D87D41D5A0}" dt="2026-08-28T12:53:43.278" v="1401"/>
          <ac:spMkLst>
            <pc:docMk/>
            <pc:sldMk cId="3318575373" sldId="282"/>
            <ac:spMk id="18" creationId="{F77E5FFC-D736-AF10-E48C-95EDA716752A}"/>
          </ac:spMkLst>
        </pc:spChg>
        <pc:spChg chg="mod">
          <ac:chgData name="Simon Fong" userId="0989948daaec8292" providerId="LiveId" clId="{F12E0490-60F3-4147-9D04-93D87D41D5A0}" dt="2026-08-28T13:49:21.185" v="1880" actId="2711"/>
          <ac:spMkLst>
            <pc:docMk/>
            <pc:sldMk cId="3318575373" sldId="282"/>
            <ac:spMk id="19" creationId="{CF878647-0070-7919-C5D7-17D626839774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318575373" sldId="282"/>
            <ac:spMk id="38" creationId="{2CDC7578-3DED-253A-BF94-6F720C6E53BF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318575373" sldId="282"/>
            <ac:spMk id="40" creationId="{040B0985-781C-563B-F94C-BDA5B06A6F97}"/>
          </ac:spMkLst>
        </pc:spChg>
        <pc:picChg chg="del mod modCrop">
          <ac:chgData name="Simon Fong" userId="0989948daaec8292" providerId="LiveId" clId="{F12E0490-60F3-4147-9D04-93D87D41D5A0}" dt="2026-08-28T12:58:14.760" v="1489" actId="478"/>
          <ac:picMkLst>
            <pc:docMk/>
            <pc:sldMk cId="3318575373" sldId="282"/>
            <ac:picMk id="3" creationId="{765F1C73-9051-351C-1338-6CC248C9158B}"/>
          </ac:picMkLst>
        </pc:picChg>
        <pc:picChg chg="add">
          <ac:chgData name="Simon Fong" userId="0989948daaec8292" providerId="LiveId" clId="{F12E0490-60F3-4147-9D04-93D87D41D5A0}" dt="2026-08-28T14:14:49.087" v="1979" actId="22"/>
          <ac:picMkLst>
            <pc:docMk/>
            <pc:sldMk cId="3318575373" sldId="282"/>
            <ac:picMk id="4" creationId="{7F8FCFFE-EF98-4CD1-7124-EC216DF55CE5}"/>
          </ac:picMkLst>
        </pc:picChg>
        <pc:picChg chg="del">
          <ac:chgData name="Simon Fong" userId="0989948daaec8292" providerId="LiveId" clId="{F12E0490-60F3-4147-9D04-93D87D41D5A0}" dt="2026-08-28T14:14:51.282" v="1980" actId="478"/>
          <ac:picMkLst>
            <pc:docMk/>
            <pc:sldMk cId="3318575373" sldId="282"/>
            <ac:picMk id="5" creationId="{5943E1E3-91C0-9E7E-F531-C141432EC62C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52:48.352" v="2913" actId="2696"/>
        <pc:sldMkLst>
          <pc:docMk/>
          <pc:sldMk cId="102090142" sldId="283"/>
        </pc:sldMkLst>
        <pc:spChg chg="mod">
          <ac:chgData name="Simon Fong" userId="0989948daaec8292" providerId="LiveId" clId="{F12E0490-60F3-4147-9D04-93D87D41D5A0}" dt="2026-08-28T13:15:08.484" v="1631" actId="14100"/>
          <ac:spMkLst>
            <pc:docMk/>
            <pc:sldMk cId="102090142" sldId="283"/>
            <ac:spMk id="19" creationId="{30395AC0-BD67-EA60-EBB4-437B2D7D68AB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02090142" sldId="283"/>
            <ac:spMk id="38" creationId="{1C6C6A27-A4F9-2F54-D402-90CDBE6C984D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02090142" sldId="283"/>
            <ac:spMk id="40" creationId="{2E35AF53-5A28-20E2-85B4-DE86071E2CCA}"/>
          </ac:spMkLst>
        </pc:spChg>
        <pc:picChg chg="mod">
          <ac:chgData name="Simon Fong" userId="0989948daaec8292" providerId="LiveId" clId="{F12E0490-60F3-4147-9D04-93D87D41D5A0}" dt="2026-08-28T13:15:03.824" v="1630" actId="14100"/>
          <ac:picMkLst>
            <pc:docMk/>
            <pc:sldMk cId="102090142" sldId="283"/>
            <ac:picMk id="3" creationId="{99DC4F77-A75C-1932-BBDA-370096A0EB94}"/>
          </ac:picMkLst>
        </pc:picChg>
        <pc:picChg chg="add">
          <ac:chgData name="Simon Fong" userId="0989948daaec8292" providerId="LiveId" clId="{F12E0490-60F3-4147-9D04-93D87D41D5A0}" dt="2026-08-28T14:15:01.123" v="1983" actId="22"/>
          <ac:picMkLst>
            <pc:docMk/>
            <pc:sldMk cId="102090142" sldId="283"/>
            <ac:picMk id="4" creationId="{4E882930-2FEE-62ED-029D-C3508D51BB68}"/>
          </ac:picMkLst>
        </pc:picChg>
        <pc:picChg chg="del">
          <ac:chgData name="Simon Fong" userId="0989948daaec8292" providerId="LiveId" clId="{F12E0490-60F3-4147-9D04-93D87D41D5A0}" dt="2026-08-28T14:15:02.965" v="1984" actId="478"/>
          <ac:picMkLst>
            <pc:docMk/>
            <pc:sldMk cId="102090142" sldId="283"/>
            <ac:picMk id="5" creationId="{DDE925E3-900E-4684-F0B7-D28B6374EA84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51:13.400" v="2884" actId="2696"/>
        <pc:sldMkLst>
          <pc:docMk/>
          <pc:sldMk cId="129085553" sldId="284"/>
        </pc:sldMkLst>
        <pc:spChg chg="mod">
          <ac:chgData name="Simon Fong" userId="0989948daaec8292" providerId="LiveId" clId="{F12E0490-60F3-4147-9D04-93D87D41D5A0}" dt="2026-08-28T13:49:13.731" v="1879" actId="2711"/>
          <ac:spMkLst>
            <pc:docMk/>
            <pc:sldMk cId="129085553" sldId="284"/>
            <ac:spMk id="19" creationId="{C618165B-4AFA-CE01-85BD-7A6C095CA533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29085553" sldId="284"/>
            <ac:spMk id="38" creationId="{1B587D2C-4327-62CF-425A-59E410458E11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29085553" sldId="284"/>
            <ac:spMk id="40" creationId="{2F3F100C-F1A9-7AB2-D3DB-AB396D419F4D}"/>
          </ac:spMkLst>
        </pc:spChg>
        <pc:picChg chg="add">
          <ac:chgData name="Simon Fong" userId="0989948daaec8292" providerId="LiveId" clId="{F12E0490-60F3-4147-9D04-93D87D41D5A0}" dt="2026-08-28T14:14:54.313" v="1981" actId="22"/>
          <ac:picMkLst>
            <pc:docMk/>
            <pc:sldMk cId="129085553" sldId="284"/>
            <ac:picMk id="3" creationId="{A8FA4BDE-9B3F-D3EF-70AE-49CD5F3003FF}"/>
          </ac:picMkLst>
        </pc:picChg>
        <pc:picChg chg="del">
          <ac:chgData name="Simon Fong" userId="0989948daaec8292" providerId="LiveId" clId="{F12E0490-60F3-4147-9D04-93D87D41D5A0}" dt="2026-08-28T14:14:56.042" v="1982" actId="478"/>
          <ac:picMkLst>
            <pc:docMk/>
            <pc:sldMk cId="129085553" sldId="284"/>
            <ac:picMk id="5" creationId="{9C656B38-1A2E-F343-A090-32898155FF8B}"/>
          </ac:picMkLst>
        </pc:picChg>
      </pc:sldChg>
      <pc:sldChg chg="modSp add del mod">
        <pc:chgData name="Simon Fong" userId="0989948daaec8292" providerId="LiveId" clId="{F12E0490-60F3-4147-9D04-93D87D41D5A0}" dt="2026-08-28T13:28:42.257" v="1707" actId="2696"/>
        <pc:sldMkLst>
          <pc:docMk/>
          <pc:sldMk cId="3062039792" sldId="285"/>
        </pc:sldMkLst>
        <pc:spChg chg="mod">
          <ac:chgData name="Simon Fong" userId="0989948daaec8292" providerId="LiveId" clId="{F12E0490-60F3-4147-9D04-93D87D41D5A0}" dt="2026-08-28T13:05:29.363" v="1621" actId="207"/>
          <ac:spMkLst>
            <pc:docMk/>
            <pc:sldMk cId="3062039792" sldId="285"/>
            <ac:spMk id="19" creationId="{C52A7FAC-C407-6F9A-4C89-CEBFC4AB392D}"/>
          </ac:spMkLst>
        </pc:spChg>
        <pc:picChg chg="mod modCrop">
          <ac:chgData name="Simon Fong" userId="0989948daaec8292" providerId="LiveId" clId="{F12E0490-60F3-4147-9D04-93D87D41D5A0}" dt="2026-08-28T13:06:16.102" v="1627" actId="14100"/>
          <ac:picMkLst>
            <pc:docMk/>
            <pc:sldMk cId="3062039792" sldId="285"/>
            <ac:picMk id="3" creationId="{9A676753-A96F-F6C6-B38D-9E7DE4F6E95A}"/>
          </ac:picMkLst>
        </pc:picChg>
      </pc:sldChg>
      <pc:sldChg chg="add del">
        <pc:chgData name="Simon Fong" userId="0989948daaec8292" providerId="LiveId" clId="{F12E0490-60F3-4147-9D04-93D87D41D5A0}" dt="2026-08-28T13:28:44.934" v="1708" actId="2696"/>
        <pc:sldMkLst>
          <pc:docMk/>
          <pc:sldMk cId="1746145319" sldId="286"/>
        </pc:sldMkLst>
      </pc:sldChg>
      <pc:sldChg chg="addSp delSp modSp add del mod delDesignElem">
        <pc:chgData name="Simon Fong" userId="0989948daaec8292" providerId="LiveId" clId="{F12E0490-60F3-4147-9D04-93D87D41D5A0}" dt="2026-08-28T19:55:19.570" v="2938" actId="2696"/>
        <pc:sldMkLst>
          <pc:docMk/>
          <pc:sldMk cId="1044666212" sldId="287"/>
        </pc:sldMkLst>
        <pc:spChg chg="mod">
          <ac:chgData name="Simon Fong" userId="0989948daaec8292" providerId="LiveId" clId="{F12E0490-60F3-4147-9D04-93D87D41D5A0}" dt="2026-08-28T13:49:01.508" v="1878" actId="255"/>
          <ac:spMkLst>
            <pc:docMk/>
            <pc:sldMk cId="1044666212" sldId="287"/>
            <ac:spMk id="19" creationId="{04403555-945F-E642-7C16-A08081BF5DF4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044666212" sldId="287"/>
            <ac:spMk id="38" creationId="{B0DC3C62-AE58-D46E-F6EF-7A227D3A35BF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1044666212" sldId="287"/>
            <ac:spMk id="40" creationId="{A4068098-5647-A5AF-8593-3BDAB5E97AFC}"/>
          </ac:spMkLst>
        </pc:spChg>
        <pc:picChg chg="mod modCrop">
          <ac:chgData name="Simon Fong" userId="0989948daaec8292" providerId="LiveId" clId="{F12E0490-60F3-4147-9D04-93D87D41D5A0}" dt="2026-08-28T13:37:00.229" v="1724" actId="18131"/>
          <ac:picMkLst>
            <pc:docMk/>
            <pc:sldMk cId="1044666212" sldId="287"/>
            <ac:picMk id="3" creationId="{E09D645E-C53C-CADE-2DF3-D103815DA520}"/>
          </ac:picMkLst>
        </pc:picChg>
        <pc:picChg chg="add">
          <ac:chgData name="Simon Fong" userId="0989948daaec8292" providerId="LiveId" clId="{F12E0490-60F3-4147-9D04-93D87D41D5A0}" dt="2026-08-28T14:15:06.723" v="1985" actId="22"/>
          <ac:picMkLst>
            <pc:docMk/>
            <pc:sldMk cId="1044666212" sldId="287"/>
            <ac:picMk id="4" creationId="{57BC0D92-6734-FE04-630F-6BFB6E639DD4}"/>
          </ac:picMkLst>
        </pc:picChg>
        <pc:picChg chg="del">
          <ac:chgData name="Simon Fong" userId="0989948daaec8292" providerId="LiveId" clId="{F12E0490-60F3-4147-9D04-93D87D41D5A0}" dt="2026-08-28T14:15:08.608" v="1986" actId="478"/>
          <ac:picMkLst>
            <pc:docMk/>
            <pc:sldMk cId="1044666212" sldId="287"/>
            <ac:picMk id="5" creationId="{58B2EF6F-FCFA-D5E5-5D38-C1B930C72AAD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35:20.022" v="2694" actId="2696"/>
        <pc:sldMkLst>
          <pc:docMk/>
          <pc:sldMk cId="2349497147" sldId="288"/>
        </pc:sldMkLst>
        <pc:spChg chg="mod">
          <ac:chgData name="Simon Fong" userId="0989948daaec8292" providerId="LiveId" clId="{F12E0490-60F3-4147-9D04-93D87D41D5A0}" dt="2026-08-28T13:18:24.103" v="1650" actId="14100"/>
          <ac:spMkLst>
            <pc:docMk/>
            <pc:sldMk cId="2349497147" sldId="288"/>
            <ac:spMk id="19" creationId="{F24AB344-B2FD-0E3E-D41F-ED6CEA07B6A2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349497147" sldId="288"/>
            <ac:spMk id="38" creationId="{07CB6071-750F-6771-3DA2-259F0980A1A2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349497147" sldId="288"/>
            <ac:spMk id="40" creationId="{ECCA151D-64DC-BA0C-7EF2-8CA0A45B1680}"/>
          </ac:spMkLst>
        </pc:spChg>
        <pc:picChg chg="add">
          <ac:chgData name="Simon Fong" userId="0989948daaec8292" providerId="LiveId" clId="{F12E0490-60F3-4147-9D04-93D87D41D5A0}" dt="2026-08-28T14:14:00.335" v="1965" actId="22"/>
          <ac:picMkLst>
            <pc:docMk/>
            <pc:sldMk cId="2349497147" sldId="288"/>
            <ac:picMk id="3" creationId="{3899052D-A51C-932F-2E4C-1C13DC35824A}"/>
          </ac:picMkLst>
        </pc:picChg>
        <pc:picChg chg="del">
          <ac:chgData name="Simon Fong" userId="0989948daaec8292" providerId="LiveId" clId="{F12E0490-60F3-4147-9D04-93D87D41D5A0}" dt="2026-08-28T14:14:03.734" v="1966" actId="478"/>
          <ac:picMkLst>
            <pc:docMk/>
            <pc:sldMk cId="2349497147" sldId="288"/>
            <ac:picMk id="5" creationId="{293F5FBD-9324-7FA7-86AC-C9D961119232}"/>
          </ac:picMkLst>
        </pc:picChg>
        <pc:picChg chg="mod modCrop">
          <ac:chgData name="Simon Fong" userId="0989948daaec8292" providerId="LiveId" clId="{F12E0490-60F3-4147-9D04-93D87D41D5A0}" dt="2026-08-28T13:19:14.202" v="1653" actId="18131"/>
          <ac:picMkLst>
            <pc:docMk/>
            <pc:sldMk cId="2349497147" sldId="288"/>
            <ac:picMk id="6" creationId="{7CFC0702-3A57-4D15-9F64-0BC4956568A0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37:10.590" v="2717" actId="2696"/>
        <pc:sldMkLst>
          <pc:docMk/>
          <pc:sldMk cId="3428002099" sldId="289"/>
        </pc:sldMkLst>
        <pc:spChg chg="mod">
          <ac:chgData name="Simon Fong" userId="0989948daaec8292" providerId="LiveId" clId="{F12E0490-60F3-4147-9D04-93D87D41D5A0}" dt="2026-08-28T13:20:03.079" v="1661" actId="207"/>
          <ac:spMkLst>
            <pc:docMk/>
            <pc:sldMk cId="3428002099" sldId="289"/>
            <ac:spMk id="19" creationId="{B0CD015A-9859-1AB6-B4F0-17A49D886221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428002099" sldId="289"/>
            <ac:spMk id="38" creationId="{A7A2C228-75FC-C0F9-F68D-ED3D46D37D10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428002099" sldId="289"/>
            <ac:spMk id="40" creationId="{B6D97E39-80AA-CA06-6FF4-E0C7ECF9ECE6}"/>
          </ac:spMkLst>
        </pc:spChg>
        <pc:picChg chg="add">
          <ac:chgData name="Simon Fong" userId="0989948daaec8292" providerId="LiveId" clId="{F12E0490-60F3-4147-9D04-93D87D41D5A0}" dt="2026-08-28T14:14:08.208" v="1967" actId="22"/>
          <ac:picMkLst>
            <pc:docMk/>
            <pc:sldMk cId="3428002099" sldId="289"/>
            <ac:picMk id="3" creationId="{E5B97DCA-7817-F31F-1C03-2C1B9DA10F81}"/>
          </ac:picMkLst>
        </pc:picChg>
        <pc:picChg chg="del">
          <ac:chgData name="Simon Fong" userId="0989948daaec8292" providerId="LiveId" clId="{F12E0490-60F3-4147-9D04-93D87D41D5A0}" dt="2026-08-28T14:14:11.323" v="1968" actId="478"/>
          <ac:picMkLst>
            <pc:docMk/>
            <pc:sldMk cId="3428002099" sldId="289"/>
            <ac:picMk id="5" creationId="{1EA11733-3502-9E84-9F89-021E54E49EDC}"/>
          </ac:picMkLst>
        </pc:picChg>
        <pc:picChg chg="mod">
          <ac:chgData name="Simon Fong" userId="0989948daaec8292" providerId="LiveId" clId="{F12E0490-60F3-4147-9D04-93D87D41D5A0}" dt="2026-08-28T13:20:13.590" v="1662" actId="14826"/>
          <ac:picMkLst>
            <pc:docMk/>
            <pc:sldMk cId="3428002099" sldId="289"/>
            <ac:picMk id="6" creationId="{3473FF7F-9065-7D49-2563-350273B4710E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39:06.100" v="2738" actId="2696"/>
        <pc:sldMkLst>
          <pc:docMk/>
          <pc:sldMk cId="23872474" sldId="290"/>
        </pc:sldMkLst>
        <pc:spChg chg="mod">
          <ac:chgData name="Simon Fong" userId="0989948daaec8292" providerId="LiveId" clId="{F12E0490-60F3-4147-9D04-93D87D41D5A0}" dt="2026-08-28T13:20:48.515" v="1669"/>
          <ac:spMkLst>
            <pc:docMk/>
            <pc:sldMk cId="23872474" sldId="290"/>
            <ac:spMk id="19" creationId="{DC2298EB-5AC0-A603-85F5-AE52456580CD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3872474" sldId="290"/>
            <ac:spMk id="38" creationId="{CCBAE3DF-4BD7-8AF8-E173-6DE606CF587F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3872474" sldId="290"/>
            <ac:spMk id="40" creationId="{B0E7A0D0-D433-C3FD-1B21-318F0641A0A5}"/>
          </ac:spMkLst>
        </pc:spChg>
        <pc:picChg chg="add">
          <ac:chgData name="Simon Fong" userId="0989948daaec8292" providerId="LiveId" clId="{F12E0490-60F3-4147-9D04-93D87D41D5A0}" dt="2026-08-28T14:14:15.571" v="1969" actId="22"/>
          <ac:picMkLst>
            <pc:docMk/>
            <pc:sldMk cId="23872474" sldId="290"/>
            <ac:picMk id="3" creationId="{DE1454BA-40E9-CFBF-E5D3-7955ED2C1CC7}"/>
          </ac:picMkLst>
        </pc:picChg>
        <pc:picChg chg="del">
          <ac:chgData name="Simon Fong" userId="0989948daaec8292" providerId="LiveId" clId="{F12E0490-60F3-4147-9D04-93D87D41D5A0}" dt="2026-08-28T14:14:17.518" v="1970" actId="478"/>
          <ac:picMkLst>
            <pc:docMk/>
            <pc:sldMk cId="23872474" sldId="290"/>
            <ac:picMk id="5" creationId="{2A346E1D-FE01-44EE-DAD5-904AFC46CA19}"/>
          </ac:picMkLst>
        </pc:picChg>
        <pc:picChg chg="mod modCrop">
          <ac:chgData name="Simon Fong" userId="0989948daaec8292" providerId="LiveId" clId="{F12E0490-60F3-4147-9D04-93D87D41D5A0}" dt="2026-08-28T13:21:24.937" v="1673" actId="18131"/>
          <ac:picMkLst>
            <pc:docMk/>
            <pc:sldMk cId="23872474" sldId="290"/>
            <ac:picMk id="6" creationId="{D49F333B-290B-E40A-A573-CE3079B1D2DD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41:32.964" v="2780" actId="2696"/>
        <pc:sldMkLst>
          <pc:docMk/>
          <pc:sldMk cId="2017220828" sldId="291"/>
        </pc:sldMkLst>
        <pc:spChg chg="mod">
          <ac:chgData name="Simon Fong" userId="0989948daaec8292" providerId="LiveId" clId="{F12E0490-60F3-4147-9D04-93D87D41D5A0}" dt="2026-08-28T13:22:37.335" v="1681" actId="255"/>
          <ac:spMkLst>
            <pc:docMk/>
            <pc:sldMk cId="2017220828" sldId="291"/>
            <ac:spMk id="19" creationId="{155BA174-9386-1098-3D06-D7E0D71F31B7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017220828" sldId="291"/>
            <ac:spMk id="38" creationId="{F17C240E-3D97-709B-D1C2-2203AABE182D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017220828" sldId="291"/>
            <ac:spMk id="40" creationId="{486C5DB8-C252-8921-61FE-AB19405E457D}"/>
          </ac:spMkLst>
        </pc:spChg>
        <pc:picChg chg="add">
          <ac:chgData name="Simon Fong" userId="0989948daaec8292" providerId="LiveId" clId="{F12E0490-60F3-4147-9D04-93D87D41D5A0}" dt="2026-08-28T14:14:26.060" v="1971" actId="22"/>
          <ac:picMkLst>
            <pc:docMk/>
            <pc:sldMk cId="2017220828" sldId="291"/>
            <ac:picMk id="3" creationId="{0AB9C06A-BE00-1DF5-B400-0B4D8586D990}"/>
          </ac:picMkLst>
        </pc:picChg>
        <pc:picChg chg="del">
          <ac:chgData name="Simon Fong" userId="0989948daaec8292" providerId="LiveId" clId="{F12E0490-60F3-4147-9D04-93D87D41D5A0}" dt="2026-08-28T14:14:28.491" v="1972" actId="478"/>
          <ac:picMkLst>
            <pc:docMk/>
            <pc:sldMk cId="2017220828" sldId="291"/>
            <ac:picMk id="5" creationId="{2F781B42-0765-DC12-DF52-025F07EBD83E}"/>
          </ac:picMkLst>
        </pc:picChg>
        <pc:picChg chg="mod">
          <ac:chgData name="Simon Fong" userId="0989948daaec8292" providerId="LiveId" clId="{F12E0490-60F3-4147-9D04-93D87D41D5A0}" dt="2026-08-28T13:23:15.884" v="1682" actId="14826"/>
          <ac:picMkLst>
            <pc:docMk/>
            <pc:sldMk cId="2017220828" sldId="291"/>
            <ac:picMk id="6" creationId="{EF12C7AD-510A-1F99-B26E-6D8957947CB4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19:42:26.360" v="2788" actId="2696"/>
        <pc:sldMkLst>
          <pc:docMk/>
          <pc:sldMk cId="3270493256" sldId="292"/>
        </pc:sldMkLst>
        <pc:spChg chg="mod">
          <ac:chgData name="Simon Fong" userId="0989948daaec8292" providerId="LiveId" clId="{F12E0490-60F3-4147-9D04-93D87D41D5A0}" dt="2026-08-28T13:24:16.846" v="1687" actId="5793"/>
          <ac:spMkLst>
            <pc:docMk/>
            <pc:sldMk cId="3270493256" sldId="292"/>
            <ac:spMk id="19" creationId="{4A723DA1-6018-51AE-25A2-402072A330D9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270493256" sldId="292"/>
            <ac:spMk id="38" creationId="{C13A240D-81CD-BF36-D8B3-39A716489829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270493256" sldId="292"/>
            <ac:spMk id="40" creationId="{C28EB254-84E1-4BE5-9ECB-813AC16583CE}"/>
          </ac:spMkLst>
        </pc:spChg>
        <pc:picChg chg="add">
          <ac:chgData name="Simon Fong" userId="0989948daaec8292" providerId="LiveId" clId="{F12E0490-60F3-4147-9D04-93D87D41D5A0}" dt="2026-08-28T14:14:32.412" v="1973" actId="22"/>
          <ac:picMkLst>
            <pc:docMk/>
            <pc:sldMk cId="3270493256" sldId="292"/>
            <ac:picMk id="3" creationId="{9F44844C-3AE7-555D-5144-C4EEACE1D546}"/>
          </ac:picMkLst>
        </pc:picChg>
        <pc:picChg chg="del">
          <ac:chgData name="Simon Fong" userId="0989948daaec8292" providerId="LiveId" clId="{F12E0490-60F3-4147-9D04-93D87D41D5A0}" dt="2026-08-28T14:14:34.209" v="1974" actId="478"/>
          <ac:picMkLst>
            <pc:docMk/>
            <pc:sldMk cId="3270493256" sldId="292"/>
            <ac:picMk id="5" creationId="{14ADE7A1-DE65-6E1A-17B3-0C897D7A6747}"/>
          </ac:picMkLst>
        </pc:picChg>
        <pc:picChg chg="mod modCrop">
          <ac:chgData name="Simon Fong" userId="0989948daaec8292" providerId="LiveId" clId="{F12E0490-60F3-4147-9D04-93D87D41D5A0}" dt="2026-08-28T13:24:55.317" v="1689" actId="18131"/>
          <ac:picMkLst>
            <pc:docMk/>
            <pc:sldMk cId="3270493256" sldId="292"/>
            <ac:picMk id="6" creationId="{B93BE932-1127-99F4-2105-5B0B3CF60E44}"/>
          </ac:picMkLst>
        </pc:picChg>
      </pc:sldChg>
      <pc:sldChg chg="modSp add del mod">
        <pc:chgData name="Simon Fong" userId="0989948daaec8292" providerId="LiveId" clId="{F12E0490-60F3-4147-9D04-93D87D41D5A0}" dt="2026-08-28T13:27:25.020" v="1706" actId="2696"/>
        <pc:sldMkLst>
          <pc:docMk/>
          <pc:sldMk cId="1361898897" sldId="293"/>
        </pc:sldMkLst>
        <pc:spChg chg="mod">
          <ac:chgData name="Simon Fong" userId="0989948daaec8292" providerId="LiveId" clId="{F12E0490-60F3-4147-9D04-93D87D41D5A0}" dt="2026-08-28T13:25:23.301" v="1692"/>
          <ac:spMkLst>
            <pc:docMk/>
            <pc:sldMk cId="1361898897" sldId="293"/>
            <ac:spMk id="18" creationId="{338A87AB-3688-A06B-108F-54D3A0990759}"/>
          </ac:spMkLst>
        </pc:spChg>
        <pc:spChg chg="mod">
          <ac:chgData name="Simon Fong" userId="0989948daaec8292" providerId="LiveId" clId="{F12E0490-60F3-4147-9D04-93D87D41D5A0}" dt="2026-08-28T13:25:41.528" v="1695" actId="255"/>
          <ac:spMkLst>
            <pc:docMk/>
            <pc:sldMk cId="1361898897" sldId="293"/>
            <ac:spMk id="19" creationId="{84F07827-5DB6-ECD0-C61A-EF5F1729E783}"/>
          </ac:spMkLst>
        </pc:spChg>
        <pc:picChg chg="mod modCrop">
          <ac:chgData name="Simon Fong" userId="0989948daaec8292" providerId="LiveId" clId="{F12E0490-60F3-4147-9D04-93D87D41D5A0}" dt="2026-08-28T13:27:11.628" v="1705" actId="14100"/>
          <ac:picMkLst>
            <pc:docMk/>
            <pc:sldMk cId="1361898897" sldId="293"/>
            <ac:picMk id="3" creationId="{C624BF89-D134-BE6F-CF50-13AC8565D5AA}"/>
          </ac:picMkLst>
        </pc:picChg>
      </pc:sldChg>
      <pc:sldChg chg="add del">
        <pc:chgData name="Simon Fong" userId="0989948daaec8292" providerId="LiveId" clId="{F12E0490-60F3-4147-9D04-93D87D41D5A0}" dt="2026-08-28T13:29:51.761" v="1713" actId="2696"/>
        <pc:sldMkLst>
          <pc:docMk/>
          <pc:sldMk cId="1917425533" sldId="293"/>
        </pc:sldMkLst>
      </pc:sldChg>
      <pc:sldChg chg="addSp delSp modSp add del mod delDesignElem">
        <pc:chgData name="Simon Fong" userId="0989948daaec8292" providerId="LiveId" clId="{F12E0490-60F3-4147-9D04-93D87D41D5A0}" dt="2026-08-28T20:02:57.977" v="3077" actId="47"/>
        <pc:sldMkLst>
          <pc:docMk/>
          <pc:sldMk cId="4043092511" sldId="293"/>
        </pc:sldMkLst>
        <pc:spChg chg="mod">
          <ac:chgData name="Simon Fong" userId="0989948daaec8292" providerId="LiveId" clId="{F12E0490-60F3-4147-9D04-93D87D41D5A0}" dt="2026-08-28T13:37:31.740" v="1727"/>
          <ac:spMkLst>
            <pc:docMk/>
            <pc:sldMk cId="4043092511" sldId="293"/>
            <ac:spMk id="18" creationId="{0EF12EEE-0333-1AC9-2135-5C536749D15A}"/>
          </ac:spMkLst>
        </pc:spChg>
        <pc:spChg chg="mod">
          <ac:chgData name="Simon Fong" userId="0989948daaec8292" providerId="LiveId" clId="{F12E0490-60F3-4147-9D04-93D87D41D5A0}" dt="2026-08-28T13:50:08.336" v="1889" actId="20577"/>
          <ac:spMkLst>
            <pc:docMk/>
            <pc:sldMk cId="4043092511" sldId="293"/>
            <ac:spMk id="19" creationId="{D3B45574-B36D-563A-5B3C-26989854B065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4043092511" sldId="293"/>
            <ac:spMk id="38" creationId="{E34460CB-EB74-E474-2A9A-8F9F39963D4D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4043092511" sldId="293"/>
            <ac:spMk id="40" creationId="{B31DAB1F-E9D2-F4F1-F178-75E5D01CBD5D}"/>
          </ac:spMkLst>
        </pc:spChg>
        <pc:picChg chg="del mod">
          <ac:chgData name="Simon Fong" userId="0989948daaec8292" providerId="LiveId" clId="{F12E0490-60F3-4147-9D04-93D87D41D5A0}" dt="2026-08-28T20:02:30.038" v="3071" actId="478"/>
          <ac:picMkLst>
            <pc:docMk/>
            <pc:sldMk cId="4043092511" sldId="293"/>
            <ac:picMk id="3" creationId="{8F11EAE1-A82D-E6CB-48EC-C5E1B447DE9A}"/>
          </ac:picMkLst>
        </pc:picChg>
        <pc:picChg chg="add">
          <ac:chgData name="Simon Fong" userId="0989948daaec8292" providerId="LiveId" clId="{F12E0490-60F3-4147-9D04-93D87D41D5A0}" dt="2026-08-28T14:15:19.381" v="1989" actId="22"/>
          <ac:picMkLst>
            <pc:docMk/>
            <pc:sldMk cId="4043092511" sldId="293"/>
            <ac:picMk id="4" creationId="{B7607ED1-C541-C707-0C08-F62B92EC05E4}"/>
          </ac:picMkLst>
        </pc:picChg>
        <pc:picChg chg="del">
          <ac:chgData name="Simon Fong" userId="0989948daaec8292" providerId="LiveId" clId="{F12E0490-60F3-4147-9D04-93D87D41D5A0}" dt="2026-08-28T14:15:22.782" v="1990" actId="478"/>
          <ac:picMkLst>
            <pc:docMk/>
            <pc:sldMk cId="4043092511" sldId="293"/>
            <ac:picMk id="5" creationId="{A2301ECA-58AF-7D27-4D30-7AB033B3DEE3}"/>
          </ac:picMkLst>
        </pc:picChg>
        <pc:picChg chg="add mod">
          <ac:chgData name="Simon Fong" userId="0989948daaec8292" providerId="LiveId" clId="{F12E0490-60F3-4147-9D04-93D87D41D5A0}" dt="2026-08-28T20:02:34.670" v="3073" actId="14100"/>
          <ac:picMkLst>
            <pc:docMk/>
            <pc:sldMk cId="4043092511" sldId="293"/>
            <ac:picMk id="7" creationId="{76A004AB-3A4F-ECF1-6ABC-5EA2B87EF3A1}"/>
          </ac:picMkLst>
        </pc:picChg>
      </pc:sldChg>
      <pc:sldChg chg="addSp delSp modSp add del mod ord delDesignElem">
        <pc:chgData name="Simon Fong" userId="0989948daaec8292" providerId="LiveId" clId="{F12E0490-60F3-4147-9D04-93D87D41D5A0}" dt="2026-08-28T19:59:58.099" v="3046" actId="2696"/>
        <pc:sldMkLst>
          <pc:docMk/>
          <pc:sldMk cId="2096908130" sldId="294"/>
        </pc:sldMkLst>
        <pc:spChg chg="mod">
          <ac:chgData name="Simon Fong" userId="0989948daaec8292" providerId="LiveId" clId="{F12E0490-60F3-4147-9D04-93D87D41D5A0}" dt="2026-08-28T13:38:09.584" v="1731"/>
          <ac:spMkLst>
            <pc:docMk/>
            <pc:sldMk cId="2096908130" sldId="294"/>
            <ac:spMk id="18" creationId="{04025684-C5EA-7E0B-F413-DB37AD907B6C}"/>
          </ac:spMkLst>
        </pc:spChg>
        <pc:spChg chg="mod">
          <ac:chgData name="Simon Fong" userId="0989948daaec8292" providerId="LiveId" clId="{F12E0490-60F3-4147-9D04-93D87D41D5A0}" dt="2026-08-28T13:41:11.061" v="1782" actId="207"/>
          <ac:spMkLst>
            <pc:docMk/>
            <pc:sldMk cId="2096908130" sldId="294"/>
            <ac:spMk id="19" creationId="{A8D8A66B-A8E8-4EC1-F39C-B9782E163E29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096908130" sldId="294"/>
            <ac:spMk id="38" creationId="{E47AE573-46EF-F86C-83FB-3AE2AB712160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2096908130" sldId="294"/>
            <ac:spMk id="40" creationId="{891FA916-CB1A-DE2C-6021-D937EFFB1E5A}"/>
          </ac:spMkLst>
        </pc:spChg>
        <pc:picChg chg="add">
          <ac:chgData name="Simon Fong" userId="0989948daaec8292" providerId="LiveId" clId="{F12E0490-60F3-4147-9D04-93D87D41D5A0}" dt="2026-08-28T14:15:13.369" v="1987" actId="22"/>
          <ac:picMkLst>
            <pc:docMk/>
            <pc:sldMk cId="2096908130" sldId="294"/>
            <ac:picMk id="3" creationId="{E9A975EC-B849-EBBB-088E-0EB5849F162B}"/>
          </ac:picMkLst>
        </pc:picChg>
        <pc:picChg chg="del">
          <ac:chgData name="Simon Fong" userId="0989948daaec8292" providerId="LiveId" clId="{F12E0490-60F3-4147-9D04-93D87D41D5A0}" dt="2026-08-28T14:15:15.335" v="1988" actId="478"/>
          <ac:picMkLst>
            <pc:docMk/>
            <pc:sldMk cId="2096908130" sldId="294"/>
            <ac:picMk id="5" creationId="{28BF4FC6-6F45-A1D9-915E-FC190C546000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20:03:00.150" v="3078" actId="47"/>
        <pc:sldMkLst>
          <pc:docMk/>
          <pc:sldMk cId="3316822349" sldId="295"/>
        </pc:sldMkLst>
        <pc:spChg chg="mod">
          <ac:chgData name="Simon Fong" userId="0989948daaec8292" providerId="LiveId" clId="{F12E0490-60F3-4147-9D04-93D87D41D5A0}" dt="2026-08-28T13:51:21.525" v="1934" actId="113"/>
          <ac:spMkLst>
            <pc:docMk/>
            <pc:sldMk cId="3316822349" sldId="295"/>
            <ac:spMk id="19" creationId="{B306A425-BAC7-39B7-1F13-F6D64FDF0DCB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316822349" sldId="295"/>
            <ac:spMk id="38" creationId="{0C0ECFB6-46C6-49BE-E296-CF0F4F08194F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316822349" sldId="295"/>
            <ac:spMk id="40" creationId="{7259B654-B738-F934-1700-ED8A1EDE6F22}"/>
          </ac:spMkLst>
        </pc:spChg>
        <pc:picChg chg="mod">
          <ac:chgData name="Simon Fong" userId="0989948daaec8292" providerId="LiveId" clId="{F12E0490-60F3-4147-9D04-93D87D41D5A0}" dt="2026-08-28T13:42:59.248" v="1808" actId="14826"/>
          <ac:picMkLst>
            <pc:docMk/>
            <pc:sldMk cId="3316822349" sldId="295"/>
            <ac:picMk id="3" creationId="{CADDAC14-3F33-3D0B-22E4-D230F231D518}"/>
          </ac:picMkLst>
        </pc:picChg>
        <pc:picChg chg="add">
          <ac:chgData name="Simon Fong" userId="0989948daaec8292" providerId="LiveId" clId="{F12E0490-60F3-4147-9D04-93D87D41D5A0}" dt="2026-08-28T14:15:26.310" v="1991" actId="22"/>
          <ac:picMkLst>
            <pc:docMk/>
            <pc:sldMk cId="3316822349" sldId="295"/>
            <ac:picMk id="4" creationId="{25FA3B17-8A02-1D28-4CC1-58243ABFB303}"/>
          </ac:picMkLst>
        </pc:picChg>
        <pc:picChg chg="del">
          <ac:chgData name="Simon Fong" userId="0989948daaec8292" providerId="LiveId" clId="{F12E0490-60F3-4147-9D04-93D87D41D5A0}" dt="2026-08-28T14:15:28.042" v="1992" actId="478"/>
          <ac:picMkLst>
            <pc:docMk/>
            <pc:sldMk cId="3316822349" sldId="295"/>
            <ac:picMk id="5" creationId="{99BE0D33-66C6-32A3-AEC0-88B057672AFC}"/>
          </ac:picMkLst>
        </pc:picChg>
      </pc:sldChg>
      <pc:sldChg chg="addSp delSp modSp add del mod delDesignElem">
        <pc:chgData name="Simon Fong" userId="0989948daaec8292" providerId="LiveId" clId="{F12E0490-60F3-4147-9D04-93D87D41D5A0}" dt="2026-08-28T20:04:16.430" v="3089" actId="2696"/>
        <pc:sldMkLst>
          <pc:docMk/>
          <pc:sldMk cId="361157887" sldId="296"/>
        </pc:sldMkLst>
        <pc:spChg chg="mod">
          <ac:chgData name="Simon Fong" userId="0989948daaec8292" providerId="LiveId" clId="{F12E0490-60F3-4147-9D04-93D87D41D5A0}" dt="2026-08-28T14:12:18.047" v="1958" actId="20577"/>
          <ac:spMkLst>
            <pc:docMk/>
            <pc:sldMk cId="361157887" sldId="296"/>
            <ac:spMk id="18" creationId="{6D8410E9-B228-CF67-5420-D3F1051AD4EF}"/>
          </ac:spMkLst>
        </pc:spChg>
        <pc:spChg chg="mod">
          <ac:chgData name="Simon Fong" userId="0989948daaec8292" providerId="LiveId" clId="{F12E0490-60F3-4147-9D04-93D87D41D5A0}" dt="2026-08-28T14:12:00.575" v="1944" actId="20577"/>
          <ac:spMkLst>
            <pc:docMk/>
            <pc:sldMk cId="361157887" sldId="296"/>
            <ac:spMk id="19" creationId="{5E7F367F-49DF-D32A-672A-F9BEBAB0A4F6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61157887" sldId="296"/>
            <ac:spMk id="38" creationId="{704EDA30-9BBE-E2C3-BB64-709687FA7F73}"/>
          </ac:spMkLst>
        </pc:spChg>
        <pc:spChg chg="del">
          <ac:chgData name="Simon Fong" userId="0989948daaec8292" providerId="LiveId" clId="{F12E0490-60F3-4147-9D04-93D87D41D5A0}" dt="2026-08-28T18:55:39.825" v="2342"/>
          <ac:spMkLst>
            <pc:docMk/>
            <pc:sldMk cId="361157887" sldId="296"/>
            <ac:spMk id="40" creationId="{DF9182C6-3E49-1E9B-9892-180D0B02429D}"/>
          </ac:spMkLst>
        </pc:spChg>
        <pc:picChg chg="del">
          <ac:chgData name="Simon Fong" userId="0989948daaec8292" providerId="LiveId" clId="{F12E0490-60F3-4147-9D04-93D87D41D5A0}" dt="2026-08-28T13:45:31.281" v="1839" actId="478"/>
          <ac:picMkLst>
            <pc:docMk/>
            <pc:sldMk cId="361157887" sldId="296"/>
            <ac:picMk id="3" creationId="{D4F7BA54-EBE1-6CB4-962F-3FC10E9048A4}"/>
          </ac:picMkLst>
        </pc:picChg>
        <pc:picChg chg="add mod modCrop">
          <ac:chgData name="Simon Fong" userId="0989948daaec8292" providerId="LiveId" clId="{F12E0490-60F3-4147-9D04-93D87D41D5A0}" dt="2026-08-28T14:12:10.765" v="1946" actId="1076"/>
          <ac:picMkLst>
            <pc:docMk/>
            <pc:sldMk cId="361157887" sldId="296"/>
            <ac:picMk id="4" creationId="{EA477AE5-9E52-C241-C2DD-419568140726}"/>
          </ac:picMkLst>
        </pc:picChg>
        <pc:picChg chg="del">
          <ac:chgData name="Simon Fong" userId="0989948daaec8292" providerId="LiveId" clId="{F12E0490-60F3-4147-9D04-93D87D41D5A0}" dt="2026-08-28T14:15:36.422" v="1994" actId="478"/>
          <ac:picMkLst>
            <pc:docMk/>
            <pc:sldMk cId="361157887" sldId="296"/>
            <ac:picMk id="5" creationId="{B586DF83-93C3-BC0D-F4C9-ABEA26A5705C}"/>
          </ac:picMkLst>
        </pc:picChg>
        <pc:picChg chg="add del">
          <ac:chgData name="Simon Fong" userId="0989948daaec8292" providerId="LiveId" clId="{F12E0490-60F3-4147-9D04-93D87D41D5A0}" dt="2026-08-28T14:15:58.664" v="1995" actId="478"/>
          <ac:picMkLst>
            <pc:docMk/>
            <pc:sldMk cId="361157887" sldId="296"/>
            <ac:picMk id="7" creationId="{6787C765-333F-7908-0170-71B5F768EE9F}"/>
          </ac:picMkLst>
        </pc:picChg>
      </pc:sldChg>
      <pc:sldChg chg="modSp add del mod">
        <pc:chgData name="Simon Fong" userId="0989948daaec8292" providerId="LiveId" clId="{F12E0490-60F3-4147-9D04-93D87D41D5A0}" dt="2026-08-28T13:44:53.556" v="1828" actId="2696"/>
        <pc:sldMkLst>
          <pc:docMk/>
          <pc:sldMk cId="1533059088" sldId="296"/>
        </pc:sldMkLst>
        <pc:spChg chg="mod">
          <ac:chgData name="Simon Fong" userId="0989948daaec8292" providerId="LiveId" clId="{F12E0490-60F3-4147-9D04-93D87D41D5A0}" dt="2026-08-28T13:44:38.306" v="1827"/>
          <ac:spMkLst>
            <pc:docMk/>
            <pc:sldMk cId="1533059088" sldId="296"/>
            <ac:spMk id="18" creationId="{A327797D-3563-643D-C189-274787AF6C5B}"/>
          </ac:spMkLst>
        </pc:spChg>
      </pc:sldChg>
      <pc:sldChg chg="modSp add del">
        <pc:chgData name="Simon Fong" userId="0989948daaec8292" providerId="LiveId" clId="{F12E0490-60F3-4147-9D04-93D87D41D5A0}" dt="2026-08-28T19:26:58.409" v="2563" actId="2696"/>
        <pc:sldMkLst>
          <pc:docMk/>
          <pc:sldMk cId="1081870900" sldId="297"/>
        </pc:sldMkLst>
        <pc:spChg chg="mod">
          <ac:chgData name="Simon Fong" userId="0989948daaec8292" providerId="LiveId" clId="{F12E0490-60F3-4147-9D04-93D87D41D5A0}" dt="2026-08-28T19:02:29.241" v="2399"/>
          <ac:spMkLst>
            <pc:docMk/>
            <pc:sldMk cId="1081870900" sldId="297"/>
            <ac:spMk id="18" creationId="{97F8370F-5083-FAE9-AF9C-D3C3526D6A0B}"/>
          </ac:spMkLst>
        </pc:spChg>
        <pc:spChg chg="mod">
          <ac:chgData name="Simon Fong" userId="0989948daaec8292" providerId="LiveId" clId="{F12E0490-60F3-4147-9D04-93D87D41D5A0}" dt="2026-08-28T19:02:29.241" v="2399"/>
          <ac:spMkLst>
            <pc:docMk/>
            <pc:sldMk cId="1081870900" sldId="297"/>
            <ac:spMk id="19" creationId="{9C4FDC3F-79F7-B555-8797-F505BC725C57}"/>
          </ac:spMkLst>
        </pc:spChg>
      </pc:sldChg>
      <pc:sldChg chg="addSp delSp modSp new del mod modTransition setBg modClrScheme modAnim chgLayout">
        <pc:chgData name="Simon Fong" userId="0989948daaec8292" providerId="LiveId" clId="{F12E0490-60F3-4147-9D04-93D87D41D5A0}" dt="2026-08-28T19:09:53.282" v="2454" actId="47"/>
        <pc:sldMkLst>
          <pc:docMk/>
          <pc:sldMk cId="15256472" sldId="298"/>
        </pc:sldMkLst>
        <pc:spChg chg="del">
          <ac:chgData name="Simon Fong" userId="0989948daaec8292" providerId="LiveId" clId="{F12E0490-60F3-4147-9D04-93D87D41D5A0}" dt="2026-08-28T18:27:47.639" v="2150" actId="700"/>
          <ac:spMkLst>
            <pc:docMk/>
            <pc:sldMk cId="15256472" sldId="298"/>
            <ac:spMk id="2" creationId="{7A6616E0-77D4-DE23-BD43-558461049594}"/>
          </ac:spMkLst>
        </pc:spChg>
        <pc:spChg chg="del">
          <ac:chgData name="Simon Fong" userId="0989948daaec8292" providerId="LiveId" clId="{F12E0490-60F3-4147-9D04-93D87D41D5A0}" dt="2026-08-28T18:27:01.292" v="2147" actId="931"/>
          <ac:spMkLst>
            <pc:docMk/>
            <pc:sldMk cId="15256472" sldId="298"/>
            <ac:spMk id="3" creationId="{2F2C7AD0-5B47-3605-CE60-0D66203D49EA}"/>
          </ac:spMkLst>
        </pc:spChg>
        <pc:spChg chg="add del mod">
          <ac:chgData name="Simon Fong" userId="0989948daaec8292" providerId="LiveId" clId="{F12E0490-60F3-4147-9D04-93D87D41D5A0}" dt="2026-08-28T18:40:18.780" v="2215" actId="207"/>
          <ac:spMkLst>
            <pc:docMk/>
            <pc:sldMk cId="15256472" sldId="298"/>
            <ac:spMk id="10" creationId="{2BEA3744-8DA7-1BC6-7E80-96FECCACF0AF}"/>
          </ac:spMkLst>
        </pc:spChg>
        <pc:spChg chg="add mod">
          <ac:chgData name="Simon Fong" userId="0989948daaec8292" providerId="LiveId" clId="{F12E0490-60F3-4147-9D04-93D87D41D5A0}" dt="2026-08-28T18:34:20.254" v="2176" actId="767"/>
          <ac:spMkLst>
            <pc:docMk/>
            <pc:sldMk cId="15256472" sldId="298"/>
            <ac:spMk id="11" creationId="{1BDFE7C8-FE38-D5C5-0FD6-FB613DA3491C}"/>
          </ac:spMkLst>
        </pc:spChg>
        <pc:spChg chg="add mod">
          <ac:chgData name="Simon Fong" userId="0989948daaec8292" providerId="LiveId" clId="{F12E0490-60F3-4147-9D04-93D87D41D5A0}" dt="2026-08-28T18:47:30.015" v="2285" actId="207"/>
          <ac:spMkLst>
            <pc:docMk/>
            <pc:sldMk cId="15256472" sldId="298"/>
            <ac:spMk id="12" creationId="{62E2CCC6-7955-6F0D-3DFA-6FB97FE19AE1}"/>
          </ac:spMkLst>
        </pc:spChg>
        <pc:picChg chg="add del mod ord">
          <ac:chgData name="Simon Fong" userId="0989948daaec8292" providerId="LiveId" clId="{F12E0490-60F3-4147-9D04-93D87D41D5A0}" dt="2026-08-28T18:32:07.034" v="2160" actId="478"/>
          <ac:picMkLst>
            <pc:docMk/>
            <pc:sldMk cId="15256472" sldId="298"/>
            <ac:picMk id="5" creationId="{B5772FF0-2092-8BE5-B037-01DCA3495B60}"/>
          </ac:picMkLst>
        </pc:picChg>
        <pc:picChg chg="add del mod">
          <ac:chgData name="Simon Fong" userId="0989948daaec8292" providerId="LiveId" clId="{F12E0490-60F3-4147-9D04-93D87D41D5A0}" dt="2026-08-28T18:32:37.328" v="2163" actId="478"/>
          <ac:picMkLst>
            <pc:docMk/>
            <pc:sldMk cId="15256472" sldId="298"/>
            <ac:picMk id="9" creationId="{38A4948B-C87A-7AFF-15FC-A150AB63604D}"/>
          </ac:picMkLst>
        </pc:picChg>
        <pc:cxnChg chg="add del mod">
          <ac:chgData name="Simon Fong" userId="0989948daaec8292" providerId="LiveId" clId="{F12E0490-60F3-4147-9D04-93D87D41D5A0}" dt="2026-08-28T18:32:08.229" v="2161" actId="478"/>
          <ac:cxnSpMkLst>
            <pc:docMk/>
            <pc:sldMk cId="15256472" sldId="298"/>
            <ac:cxnSpMk id="7" creationId="{D90153CE-6E16-FC65-F5C3-78CF637A5311}"/>
          </ac:cxnSpMkLst>
        </pc:cxnChg>
      </pc:sldChg>
      <pc:sldChg chg="add del">
        <pc:chgData name="Simon Fong" userId="0989948daaec8292" providerId="LiveId" clId="{F12E0490-60F3-4147-9D04-93D87D41D5A0}" dt="2026-08-28T17:59:57.028" v="2100" actId="2890"/>
        <pc:sldMkLst>
          <pc:docMk/>
          <pc:sldMk cId="2150207884" sldId="298"/>
        </pc:sldMkLst>
      </pc:sldChg>
      <pc:sldChg chg="addSp delSp modSp new mod modTransition setBg addAnim delAnim modAnim">
        <pc:chgData name="Simon Fong" userId="0989948daaec8292" providerId="LiveId" clId="{F12E0490-60F3-4147-9D04-93D87D41D5A0}" dt="2026-08-28T21:53:13.312" v="4414"/>
        <pc:sldMkLst>
          <pc:docMk/>
          <pc:sldMk cId="2614099860" sldId="299"/>
        </pc:sldMkLst>
        <pc:spChg chg="mod">
          <ac:chgData name="Simon Fong" userId="0989948daaec8292" providerId="LiveId" clId="{F12E0490-60F3-4147-9D04-93D87D41D5A0}" dt="2026-08-28T19:22:51.228" v="2524" actId="207"/>
          <ac:spMkLst>
            <pc:docMk/>
            <pc:sldMk cId="2614099860" sldId="299"/>
            <ac:spMk id="2" creationId="{376E43E4-9D12-5EDA-E94F-09F811677D74}"/>
          </ac:spMkLst>
        </pc:spChg>
        <pc:spChg chg="del">
          <ac:chgData name="Simon Fong" userId="0989948daaec8292" providerId="LiveId" clId="{F12E0490-60F3-4147-9D04-93D87D41D5A0}" dt="2026-08-28T18:41:52.112" v="2228" actId="931"/>
          <ac:spMkLst>
            <pc:docMk/>
            <pc:sldMk cId="2614099860" sldId="299"/>
            <ac:spMk id="3" creationId="{EEF40E79-4224-3870-6E3F-9097E0E1C575}"/>
          </ac:spMkLst>
        </pc:spChg>
        <pc:spChg chg="add del mod">
          <ac:chgData name="Simon Fong" userId="0989948daaec8292" providerId="LiveId" clId="{F12E0490-60F3-4147-9D04-93D87D41D5A0}" dt="2026-08-28T18:42:04.147" v="2231" actId="931"/>
          <ac:spMkLst>
            <pc:docMk/>
            <pc:sldMk cId="2614099860" sldId="299"/>
            <ac:spMk id="9" creationId="{C0F59629-803C-4B0D-8EB2-DC15BC789125}"/>
          </ac:spMkLst>
        </pc:spChg>
        <pc:spChg chg="add del">
          <ac:chgData name="Simon Fong" userId="0989948daaec8292" providerId="LiveId" clId="{F12E0490-60F3-4147-9D04-93D87D41D5A0}" dt="2026-08-28T18:45:08.564" v="2246" actId="478"/>
          <ac:spMkLst>
            <pc:docMk/>
            <pc:sldMk cId="2614099860" sldId="299"/>
            <ac:spMk id="13" creationId="{14CC24CE-2779-DA96-A8FE-48E24E7BFE96}"/>
          </ac:spMkLst>
        </pc:spChg>
        <pc:spChg chg="add del mod">
          <ac:chgData name="Simon Fong" userId="0989948daaec8292" providerId="LiveId" clId="{F12E0490-60F3-4147-9D04-93D87D41D5A0}" dt="2026-08-28T18:50:48.390" v="2292" actId="478"/>
          <ac:spMkLst>
            <pc:docMk/>
            <pc:sldMk cId="2614099860" sldId="299"/>
            <ac:spMk id="17" creationId="{32D043CD-CFD4-9B4F-5C67-BDAAC0BF4468}"/>
          </ac:spMkLst>
        </pc:spChg>
        <pc:spChg chg="add mod">
          <ac:chgData name="Simon Fong" userId="0989948daaec8292" providerId="LiveId" clId="{F12E0490-60F3-4147-9D04-93D87D41D5A0}" dt="2026-08-28T19:08:58.103" v="2450" actId="255"/>
          <ac:spMkLst>
            <pc:docMk/>
            <pc:sldMk cId="2614099860" sldId="299"/>
            <ac:spMk id="21" creationId="{CF5E1C9F-87C8-D729-1C48-7A4E2FC1A732}"/>
          </ac:spMkLst>
        </pc:spChg>
        <pc:picChg chg="add del mod modCrop">
          <ac:chgData name="Simon Fong" userId="0989948daaec8292" providerId="LiveId" clId="{F12E0490-60F3-4147-9D04-93D87D41D5A0}" dt="2026-08-28T18:41:47.485" v="2227" actId="478"/>
          <ac:picMkLst>
            <pc:docMk/>
            <pc:sldMk cId="2614099860" sldId="299"/>
            <ac:picMk id="5" creationId="{ADF13F89-CD76-595F-1EB7-F1E12F1CD61F}"/>
          </ac:picMkLst>
        </pc:picChg>
        <pc:picChg chg="add del mod ord">
          <ac:chgData name="Simon Fong" userId="0989948daaec8292" providerId="LiveId" clId="{F12E0490-60F3-4147-9D04-93D87D41D5A0}" dt="2026-08-28T18:41:55.454" v="2230" actId="478"/>
          <ac:picMkLst>
            <pc:docMk/>
            <pc:sldMk cId="2614099860" sldId="299"/>
            <ac:picMk id="7" creationId="{19CB424A-D6F3-53FF-0BBE-E0B126702001}"/>
          </ac:picMkLst>
        </pc:picChg>
        <pc:picChg chg="add del mod ord modCrop">
          <ac:chgData name="Simon Fong" userId="0989948daaec8292" providerId="LiveId" clId="{F12E0490-60F3-4147-9D04-93D87D41D5A0}" dt="2026-08-28T19:01:38.556" v="2393" actId="478"/>
          <ac:picMkLst>
            <pc:docMk/>
            <pc:sldMk cId="2614099860" sldId="299"/>
            <ac:picMk id="11" creationId="{77F1C5F1-642F-3E9B-60D3-1D6A75FD7CBE}"/>
          </ac:picMkLst>
        </pc:picChg>
        <pc:picChg chg="add del mod ord">
          <ac:chgData name="Simon Fong" userId="0989948daaec8292" providerId="LiveId" clId="{F12E0490-60F3-4147-9D04-93D87D41D5A0}" dt="2026-08-28T18:50:47.858" v="2291" actId="931"/>
          <ac:picMkLst>
            <pc:docMk/>
            <pc:sldMk cId="2614099860" sldId="299"/>
            <ac:picMk id="19" creationId="{2D4F2541-F12F-9269-829A-DC4B361C9934}"/>
          </ac:picMkLst>
        </pc:picChg>
        <pc:cxnChg chg="add del mod">
          <ac:chgData name="Simon Fong" userId="0989948daaec8292" providerId="LiveId" clId="{F12E0490-60F3-4147-9D04-93D87D41D5A0}" dt="2026-08-28T19:01:39.866" v="2394" actId="478"/>
          <ac:cxnSpMkLst>
            <pc:docMk/>
            <pc:sldMk cId="2614099860" sldId="299"/>
            <ac:cxnSpMk id="15" creationId="{15896AD4-4BE1-1FC1-39A5-2616EF737618}"/>
          </ac:cxnSpMkLst>
        </pc:cxnChg>
        <pc:cxnChg chg="add mod">
          <ac:chgData name="Simon Fong" userId="0989948daaec8292" providerId="LiveId" clId="{F12E0490-60F3-4147-9D04-93D87D41D5A0}" dt="2026-08-28T19:23:35.946" v="2529" actId="14100"/>
          <ac:cxnSpMkLst>
            <pc:docMk/>
            <pc:sldMk cId="2614099860" sldId="299"/>
            <ac:cxnSpMk id="23" creationId="{D726DB1A-1CC5-9F1B-EC30-C594C8B9CBBC}"/>
          </ac:cxnSpMkLst>
        </pc:cxnChg>
      </pc:sldChg>
      <pc:sldChg chg="modSp new del setBg">
        <pc:chgData name="Simon Fong" userId="0989948daaec8292" providerId="LiveId" clId="{F12E0490-60F3-4147-9D04-93D87D41D5A0}" dt="2026-08-28T19:06:58.188" v="2436" actId="47"/>
        <pc:sldMkLst>
          <pc:docMk/>
          <pc:sldMk cId="3646673692" sldId="300"/>
        </pc:sldMkLst>
        <pc:spChg chg="mod">
          <ac:chgData name="Simon Fong" userId="0989948daaec8292" providerId="LiveId" clId="{F12E0490-60F3-4147-9D04-93D87D41D5A0}" dt="2026-08-28T19:02:29.241" v="2399"/>
          <ac:spMkLst>
            <pc:docMk/>
            <pc:sldMk cId="3646673692" sldId="300"/>
            <ac:spMk id="2" creationId="{3239516A-8918-2AAA-118F-C53EF99CF426}"/>
          </ac:spMkLst>
        </pc:spChg>
        <pc:spChg chg="mod">
          <ac:chgData name="Simon Fong" userId="0989948daaec8292" providerId="LiveId" clId="{F12E0490-60F3-4147-9D04-93D87D41D5A0}" dt="2026-08-28T19:02:29.241" v="2399"/>
          <ac:spMkLst>
            <pc:docMk/>
            <pc:sldMk cId="3646673692" sldId="300"/>
            <ac:spMk id="3" creationId="{6CD17BA8-AB76-DDAD-B8E1-E574BFECFB70}"/>
          </ac:spMkLst>
        </pc:spChg>
      </pc:sldChg>
      <pc:sldChg chg="add del">
        <pc:chgData name="Simon Fong" userId="0989948daaec8292" providerId="LiveId" clId="{F12E0490-60F3-4147-9D04-93D87D41D5A0}" dt="2026-08-28T19:09:51.095" v="2453" actId="47"/>
        <pc:sldMkLst>
          <pc:docMk/>
          <pc:sldMk cId="1725797447" sldId="301"/>
        </pc:sldMkLst>
      </pc:sldChg>
      <pc:sldChg chg="modSp add del mod">
        <pc:chgData name="Simon Fong" userId="0989948daaec8292" providerId="LiveId" clId="{F12E0490-60F3-4147-9D04-93D87D41D5A0}" dt="2026-08-28T19:24:49.387" v="2542" actId="47"/>
        <pc:sldMkLst>
          <pc:docMk/>
          <pc:sldMk cId="1554273548" sldId="302"/>
        </pc:sldMkLst>
        <pc:spChg chg="mod">
          <ac:chgData name="Simon Fong" userId="0989948daaec8292" providerId="LiveId" clId="{F12E0490-60F3-4147-9D04-93D87D41D5A0}" dt="2026-08-28T19:10:03.126" v="2456"/>
          <ac:spMkLst>
            <pc:docMk/>
            <pc:sldMk cId="1554273548" sldId="302"/>
            <ac:spMk id="2" creationId="{0C6CFABB-6579-9A75-D23A-0B055428B872}"/>
          </ac:spMkLst>
        </pc:spChg>
        <pc:spChg chg="mod">
          <ac:chgData name="Simon Fong" userId="0989948daaec8292" providerId="LiveId" clId="{F12E0490-60F3-4147-9D04-93D87D41D5A0}" dt="2026-08-28T19:24:12.816" v="2534" actId="20577"/>
          <ac:spMkLst>
            <pc:docMk/>
            <pc:sldMk cId="1554273548" sldId="302"/>
            <ac:spMk id="21" creationId="{9BE86F16-7962-654C-0184-93B53244BEF8}"/>
          </ac:spMkLst>
        </pc:spChg>
      </pc:sldChg>
      <pc:sldChg chg="modSp add mod modTransition addAnim delAnim modAnim">
        <pc:chgData name="Simon Fong" userId="0989948daaec8292" providerId="LiveId" clId="{F12E0490-60F3-4147-9D04-93D87D41D5A0}" dt="2026-08-28T21:10:32.092" v="4151"/>
        <pc:sldMkLst>
          <pc:docMk/>
          <pc:sldMk cId="3152548219" sldId="303"/>
        </pc:sldMkLst>
        <pc:spChg chg="mod">
          <ac:chgData name="Simon Fong" userId="0989948daaec8292" providerId="LiveId" clId="{F12E0490-60F3-4147-9D04-93D87D41D5A0}" dt="2026-08-28T19:24:04.735" v="2532" actId="207"/>
          <ac:spMkLst>
            <pc:docMk/>
            <pc:sldMk cId="3152548219" sldId="303"/>
            <ac:spMk id="2" creationId="{61B42DFA-F282-B64E-BCCB-40AEBB1C3AA3}"/>
          </ac:spMkLst>
        </pc:spChg>
        <pc:spChg chg="mod">
          <ac:chgData name="Simon Fong" userId="0989948daaec8292" providerId="LiveId" clId="{F12E0490-60F3-4147-9D04-93D87D41D5A0}" dt="2026-08-28T19:24:37.192" v="2540" actId="255"/>
          <ac:spMkLst>
            <pc:docMk/>
            <pc:sldMk cId="3152548219" sldId="303"/>
            <ac:spMk id="21" creationId="{C74704F2-F371-2A24-FF09-43AA99C8B253}"/>
          </ac:spMkLst>
        </pc:spChg>
      </pc:sldChg>
      <pc:sldChg chg="addSp modSp add mod modTransition addAnim delAnim modAnim">
        <pc:chgData name="Simon Fong" userId="0989948daaec8292" providerId="LiveId" clId="{F12E0490-60F3-4147-9D04-93D87D41D5A0}" dt="2026-08-28T21:04:20.997" v="4108"/>
        <pc:sldMkLst>
          <pc:docMk/>
          <pc:sldMk cId="154950490" sldId="304"/>
        </pc:sldMkLst>
        <pc:spChg chg="mod">
          <ac:chgData name="Simon Fong" userId="0989948daaec8292" providerId="LiveId" clId="{F12E0490-60F3-4147-9D04-93D87D41D5A0}" dt="2026-08-28T19:26:20.684" v="2558" actId="20577"/>
          <ac:spMkLst>
            <pc:docMk/>
            <pc:sldMk cId="154950490" sldId="304"/>
            <ac:spMk id="2" creationId="{B43520DE-B70C-CE51-91D5-4135E392FB5F}"/>
          </ac:spMkLst>
        </pc:spChg>
        <pc:spChg chg="mod">
          <ac:chgData name="Simon Fong" userId="0989948daaec8292" providerId="LiveId" clId="{F12E0490-60F3-4147-9D04-93D87D41D5A0}" dt="2026-08-28T19:26:02.989" v="2551" actId="20577"/>
          <ac:spMkLst>
            <pc:docMk/>
            <pc:sldMk cId="154950490" sldId="304"/>
            <ac:spMk id="21" creationId="{2DC3BE60-87F7-0788-F572-E6126A4CA71A}"/>
          </ac:spMkLst>
        </pc:spChg>
        <pc:picChg chg="add mod">
          <ac:chgData name="Simon Fong" userId="0989948daaec8292" providerId="LiveId" clId="{F12E0490-60F3-4147-9D04-93D87D41D5A0}" dt="2026-08-28T19:26:33.786" v="2561" actId="1076"/>
          <ac:picMkLst>
            <pc:docMk/>
            <pc:sldMk cId="154950490" sldId="304"/>
            <ac:picMk id="4" creationId="{E5FC6896-D256-3EF4-B42E-69471B3AD5CF}"/>
          </ac:picMkLst>
        </pc:picChg>
      </pc:sldChg>
      <pc:sldChg chg="addSp modSp add mod ord modTransition addAnim delAnim modAnim">
        <pc:chgData name="Simon Fong" userId="0989948daaec8292" providerId="LiveId" clId="{F12E0490-60F3-4147-9D04-93D87D41D5A0}" dt="2026-08-28T21:05:12.470" v="4110" actId="115"/>
        <pc:sldMkLst>
          <pc:docMk/>
          <pc:sldMk cId="458410333" sldId="305"/>
        </pc:sldMkLst>
        <pc:spChg chg="mod">
          <ac:chgData name="Simon Fong" userId="0989948daaec8292" providerId="LiveId" clId="{F12E0490-60F3-4147-9D04-93D87D41D5A0}" dt="2026-08-28T19:27:18.807" v="2570" actId="20577"/>
          <ac:spMkLst>
            <pc:docMk/>
            <pc:sldMk cId="458410333" sldId="305"/>
            <ac:spMk id="2" creationId="{AFAFE5E1-6503-AF9E-C173-CB220E7A072B}"/>
          </ac:spMkLst>
        </pc:spChg>
        <pc:spChg chg="mod">
          <ac:chgData name="Simon Fong" userId="0989948daaec8292" providerId="LiveId" clId="{F12E0490-60F3-4147-9D04-93D87D41D5A0}" dt="2026-08-28T21:05:12.470" v="4110" actId="115"/>
          <ac:spMkLst>
            <pc:docMk/>
            <pc:sldMk cId="458410333" sldId="305"/>
            <ac:spMk id="21" creationId="{FD6FBD61-05B5-244D-FF1C-8BA88D226C88}"/>
          </ac:spMkLst>
        </pc:spChg>
        <pc:picChg chg="add mod">
          <ac:chgData name="Simon Fong" userId="0989948daaec8292" providerId="LiveId" clId="{F12E0490-60F3-4147-9D04-93D87D41D5A0}" dt="2026-08-28T19:27:58.813" v="2579" actId="1076"/>
          <ac:picMkLst>
            <pc:docMk/>
            <pc:sldMk cId="458410333" sldId="305"/>
            <ac:picMk id="4" creationId="{0D5B23F3-EA25-D46D-E8AA-1260A072A1B7}"/>
          </ac:picMkLst>
        </pc:picChg>
      </pc:sldChg>
      <pc:sldChg chg="addSp modSp add del mod ord">
        <pc:chgData name="Simon Fong" userId="0989948daaec8292" providerId="LiveId" clId="{F12E0490-60F3-4147-9D04-93D87D41D5A0}" dt="2026-08-28T19:33:46.699" v="2677" actId="47"/>
        <pc:sldMkLst>
          <pc:docMk/>
          <pc:sldMk cId="1018039366" sldId="306"/>
        </pc:sldMkLst>
        <pc:spChg chg="mod">
          <ac:chgData name="Simon Fong" userId="0989948daaec8292" providerId="LiveId" clId="{F12E0490-60F3-4147-9D04-93D87D41D5A0}" dt="2026-08-28T19:28:47.003" v="2588" actId="20577"/>
          <ac:spMkLst>
            <pc:docMk/>
            <pc:sldMk cId="1018039366" sldId="306"/>
            <ac:spMk id="2" creationId="{F01D99DA-0FBD-87A0-6628-29185A9A5DFB}"/>
          </ac:spMkLst>
        </pc:spChg>
        <pc:spChg chg="mod">
          <ac:chgData name="Simon Fong" userId="0989948daaec8292" providerId="LiveId" clId="{F12E0490-60F3-4147-9D04-93D87D41D5A0}" dt="2026-08-28T19:30:32.672" v="2605" actId="113"/>
          <ac:spMkLst>
            <pc:docMk/>
            <pc:sldMk cId="1018039366" sldId="306"/>
            <ac:spMk id="21" creationId="{7AC263E8-5E2A-D299-B94F-3BD91E76780B}"/>
          </ac:spMkLst>
        </pc:spChg>
        <pc:picChg chg="add mod">
          <ac:chgData name="Simon Fong" userId="0989948daaec8292" providerId="LiveId" clId="{F12E0490-60F3-4147-9D04-93D87D41D5A0}" dt="2026-08-28T19:30:08.239" v="2600" actId="14100"/>
          <ac:picMkLst>
            <pc:docMk/>
            <pc:sldMk cId="1018039366" sldId="306"/>
            <ac:picMk id="4" creationId="{5D1D4D7B-0CB4-4BAE-2303-AA60E22102DB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08-28T21:38:32.241" v="4291" actId="14100"/>
        <pc:sldMkLst>
          <pc:docMk/>
          <pc:sldMk cId="2965289231" sldId="307"/>
        </pc:sldMkLst>
        <pc:spChg chg="mod">
          <ac:chgData name="Simon Fong" userId="0989948daaec8292" providerId="LiveId" clId="{F12E0490-60F3-4147-9D04-93D87D41D5A0}" dt="2026-08-28T21:37:34.820" v="4282" actId="27636"/>
          <ac:spMkLst>
            <pc:docMk/>
            <pc:sldMk cId="2965289231" sldId="307"/>
            <ac:spMk id="2" creationId="{8A243D2D-2488-53FE-4E81-B8EB722C0278}"/>
          </ac:spMkLst>
        </pc:spChg>
        <pc:spChg chg="mod">
          <ac:chgData name="Simon Fong" userId="0989948daaec8292" providerId="LiveId" clId="{F12E0490-60F3-4147-9D04-93D87D41D5A0}" dt="2026-08-28T21:38:21.308" v="4289" actId="207"/>
          <ac:spMkLst>
            <pc:docMk/>
            <pc:sldMk cId="2965289231" sldId="307"/>
            <ac:spMk id="21" creationId="{9A8635FA-67EF-C368-5699-12885C397626}"/>
          </ac:spMkLst>
        </pc:spChg>
        <pc:picChg chg="mod">
          <ac:chgData name="Simon Fong" userId="0989948daaec8292" providerId="LiveId" clId="{F12E0490-60F3-4147-9D04-93D87D41D5A0}" dt="2026-08-28T21:38:32.241" v="4291" actId="14100"/>
          <ac:picMkLst>
            <pc:docMk/>
            <pc:sldMk cId="2965289231" sldId="307"/>
            <ac:picMk id="4" creationId="{C7ADB021-6C4B-EF8D-388C-847AF22F47E8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08-28T20:27:22.384" v="3326" actId="2696"/>
        <pc:sldMkLst>
          <pc:docMk/>
          <pc:sldMk cId="3288619868" sldId="308"/>
        </pc:sldMkLst>
        <pc:spChg chg="mod">
          <ac:chgData name="Simon Fong" userId="0989948daaec8292" providerId="LiveId" clId="{F12E0490-60F3-4147-9D04-93D87D41D5A0}" dt="2026-08-28T20:24:59.519" v="3303" actId="20577"/>
          <ac:spMkLst>
            <pc:docMk/>
            <pc:sldMk cId="3288619868" sldId="308"/>
            <ac:spMk id="21" creationId="{3B452A2F-E125-9157-E706-B6B4261BAC67}"/>
          </ac:spMkLst>
        </pc:spChg>
        <pc:picChg chg="del">
          <ac:chgData name="Simon Fong" userId="0989948daaec8292" providerId="LiveId" clId="{F12E0490-60F3-4147-9D04-93D87D41D5A0}" dt="2026-08-28T19:34:11.284" v="2680" actId="478"/>
          <ac:picMkLst>
            <pc:docMk/>
            <pc:sldMk cId="3288619868" sldId="308"/>
            <ac:picMk id="4" creationId="{E0970539-A67A-CE84-17D6-0619EDD1A709}"/>
          </ac:picMkLst>
        </pc:picChg>
        <pc:picChg chg="add mod modCrop">
          <ac:chgData name="Simon Fong" userId="0989948daaec8292" providerId="LiveId" clId="{F12E0490-60F3-4147-9D04-93D87D41D5A0}" dt="2026-08-28T19:41:16.816" v="2779" actId="1076"/>
          <ac:picMkLst>
            <pc:docMk/>
            <pc:sldMk cId="3288619868" sldId="308"/>
            <ac:picMk id="5" creationId="{8FC19C44-9471-DC70-E3CD-3147652C3C00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08-28T21:45:33.318" v="4351" actId="5793"/>
        <pc:sldMkLst>
          <pc:docMk/>
          <pc:sldMk cId="1253844731" sldId="309"/>
        </pc:sldMkLst>
        <pc:spChg chg="mod">
          <ac:chgData name="Simon Fong" userId="0989948daaec8292" providerId="LiveId" clId="{F12E0490-60F3-4147-9D04-93D87D41D5A0}" dt="2026-08-28T21:43:14.243" v="4312" actId="27636"/>
          <ac:spMkLst>
            <pc:docMk/>
            <pc:sldMk cId="1253844731" sldId="309"/>
            <ac:spMk id="2" creationId="{451A36E2-96E9-E3DE-F3AB-729D2E455B53}"/>
          </ac:spMkLst>
        </pc:spChg>
        <pc:spChg chg="mod">
          <ac:chgData name="Simon Fong" userId="0989948daaec8292" providerId="LiveId" clId="{F12E0490-60F3-4147-9D04-93D87D41D5A0}" dt="2026-08-28T21:45:33.318" v="4351" actId="5793"/>
          <ac:spMkLst>
            <pc:docMk/>
            <pc:sldMk cId="1253844731" sldId="309"/>
            <ac:spMk id="21" creationId="{3763D141-A9FC-000A-E18F-26376A9C1941}"/>
          </ac:spMkLst>
        </pc:spChg>
        <pc:picChg chg="add mod">
          <ac:chgData name="Simon Fong" userId="0989948daaec8292" providerId="LiveId" clId="{F12E0490-60F3-4147-9D04-93D87D41D5A0}" dt="2026-08-28T21:43:28.750" v="4315" actId="14100"/>
          <ac:picMkLst>
            <pc:docMk/>
            <pc:sldMk cId="1253844731" sldId="309"/>
            <ac:picMk id="4" creationId="{089ECF1D-BC17-ED45-1F36-F2BB1C5EAE65}"/>
          </ac:picMkLst>
        </pc:picChg>
        <pc:picChg chg="del">
          <ac:chgData name="Simon Fong" userId="0989948daaec8292" providerId="LiveId" clId="{F12E0490-60F3-4147-9D04-93D87D41D5A0}" dt="2026-08-28T19:36:28.336" v="2707" actId="478"/>
          <ac:picMkLst>
            <pc:docMk/>
            <pc:sldMk cId="1253844731" sldId="309"/>
            <ac:picMk id="5" creationId="{59B61540-198E-BB2E-3A1D-9E34390C0093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08-28T21:45:28.333" v="4349" actId="5793"/>
        <pc:sldMkLst>
          <pc:docMk/>
          <pc:sldMk cId="1940810225" sldId="310"/>
        </pc:sldMkLst>
        <pc:spChg chg="mod">
          <ac:chgData name="Simon Fong" userId="0989948daaec8292" providerId="LiveId" clId="{F12E0490-60F3-4147-9D04-93D87D41D5A0}" dt="2026-08-28T21:44:31.076" v="4330" actId="27636"/>
          <ac:spMkLst>
            <pc:docMk/>
            <pc:sldMk cId="1940810225" sldId="310"/>
            <ac:spMk id="2" creationId="{8F29D1C5-6A5F-086D-88E2-1127DD5C31CC}"/>
          </ac:spMkLst>
        </pc:spChg>
        <pc:spChg chg="mod">
          <ac:chgData name="Simon Fong" userId="0989948daaec8292" providerId="LiveId" clId="{F12E0490-60F3-4147-9D04-93D87D41D5A0}" dt="2026-08-28T21:45:28.333" v="4349" actId="5793"/>
          <ac:spMkLst>
            <pc:docMk/>
            <pc:sldMk cId="1940810225" sldId="310"/>
            <ac:spMk id="21" creationId="{AD0CC9C9-743A-B17D-EB65-6C716086015D}"/>
          </ac:spMkLst>
        </pc:spChg>
        <pc:picChg chg="del mod">
          <ac:chgData name="Simon Fong" userId="0989948daaec8292" providerId="LiveId" clId="{F12E0490-60F3-4147-9D04-93D87D41D5A0}" dt="2026-08-28T19:37:44.310" v="2723" actId="478"/>
          <ac:picMkLst>
            <pc:docMk/>
            <pc:sldMk cId="1940810225" sldId="310"/>
            <ac:picMk id="4" creationId="{80A27FF2-306D-561C-E2B0-C183374A5F81}"/>
          </ac:picMkLst>
        </pc:picChg>
        <pc:picChg chg="add mod">
          <ac:chgData name="Simon Fong" userId="0989948daaec8292" providerId="LiveId" clId="{F12E0490-60F3-4147-9D04-93D87D41D5A0}" dt="2026-08-28T21:44:52.301" v="4335" actId="14100"/>
          <ac:picMkLst>
            <pc:docMk/>
            <pc:sldMk cId="1940810225" sldId="310"/>
            <ac:picMk id="5" creationId="{74147D6C-1D16-41EB-F93B-9AB7B978B74A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08-28T21:46:22.899" v="4355" actId="14100"/>
        <pc:sldMkLst>
          <pc:docMk/>
          <pc:sldMk cId="445451169" sldId="311"/>
        </pc:sldMkLst>
        <pc:spChg chg="mod">
          <ac:chgData name="Simon Fong" userId="0989948daaec8292" providerId="LiveId" clId="{F12E0490-60F3-4147-9D04-93D87D41D5A0}" dt="2026-08-28T21:45:17.533" v="4346" actId="27636"/>
          <ac:spMkLst>
            <pc:docMk/>
            <pc:sldMk cId="445451169" sldId="311"/>
            <ac:spMk id="2" creationId="{FC7417AB-6732-1089-AC8D-1BDB684CC3DB}"/>
          </ac:spMkLst>
        </pc:spChg>
        <pc:spChg chg="mod">
          <ac:chgData name="Simon Fong" userId="0989948daaec8292" providerId="LiveId" clId="{F12E0490-60F3-4147-9D04-93D87D41D5A0}" dt="2026-08-28T21:45:24.300" v="4347" actId="14100"/>
          <ac:spMkLst>
            <pc:docMk/>
            <pc:sldMk cId="445451169" sldId="311"/>
            <ac:spMk id="21" creationId="{7B3853BB-87C3-D23F-5A1A-D66563C6F79D}"/>
          </ac:spMkLst>
        </pc:spChg>
        <pc:picChg chg="add mod">
          <ac:chgData name="Simon Fong" userId="0989948daaec8292" providerId="LiveId" clId="{F12E0490-60F3-4147-9D04-93D87D41D5A0}" dt="2026-08-28T21:46:22.899" v="4355" actId="14100"/>
          <ac:picMkLst>
            <pc:docMk/>
            <pc:sldMk cId="445451169" sldId="311"/>
            <ac:picMk id="4" creationId="{D79A2EF5-B57E-AA29-F980-30A97B1664FD}"/>
          </ac:picMkLst>
        </pc:picChg>
        <pc:picChg chg="del">
          <ac:chgData name="Simon Fong" userId="0989948daaec8292" providerId="LiveId" clId="{F12E0490-60F3-4147-9D04-93D87D41D5A0}" dt="2026-08-28T19:39:49.088" v="2747" actId="478"/>
          <ac:picMkLst>
            <pc:docMk/>
            <pc:sldMk cId="445451169" sldId="311"/>
            <ac:picMk id="5" creationId="{A1075346-D3D1-53D6-4B2E-DE1CE7955D59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08-28T21:46:49.230" v="4369" actId="14100"/>
        <pc:sldMkLst>
          <pc:docMk/>
          <pc:sldMk cId="629098228" sldId="312"/>
        </pc:sldMkLst>
        <pc:spChg chg="mod">
          <ac:chgData name="Simon Fong" userId="0989948daaec8292" providerId="LiveId" clId="{F12E0490-60F3-4147-9D04-93D87D41D5A0}" dt="2026-08-28T21:46:37.540" v="4366" actId="27636"/>
          <ac:spMkLst>
            <pc:docMk/>
            <pc:sldMk cId="629098228" sldId="312"/>
            <ac:spMk id="2" creationId="{4C0193E2-7E71-C78A-CDE6-1B4D3FAF5B68}"/>
          </ac:spMkLst>
        </pc:spChg>
        <pc:spChg chg="mod">
          <ac:chgData name="Simon Fong" userId="0989948daaec8292" providerId="LiveId" clId="{F12E0490-60F3-4147-9D04-93D87D41D5A0}" dt="2026-08-28T21:46:43.875" v="4367" actId="14100"/>
          <ac:spMkLst>
            <pc:docMk/>
            <pc:sldMk cId="629098228" sldId="312"/>
            <ac:spMk id="21" creationId="{2D95C0A3-9CE4-AD99-78E6-E2C69CE1BA7A}"/>
          </ac:spMkLst>
        </pc:spChg>
        <pc:picChg chg="del">
          <ac:chgData name="Simon Fong" userId="0989948daaec8292" providerId="LiveId" clId="{F12E0490-60F3-4147-9D04-93D87D41D5A0}" dt="2026-08-28T19:42:07.437" v="2784" actId="478"/>
          <ac:picMkLst>
            <pc:docMk/>
            <pc:sldMk cId="629098228" sldId="312"/>
            <ac:picMk id="4" creationId="{F38356C9-E7C7-8F18-467E-BA43B6AD0ED7}"/>
          </ac:picMkLst>
        </pc:picChg>
        <pc:picChg chg="add mod">
          <ac:chgData name="Simon Fong" userId="0989948daaec8292" providerId="LiveId" clId="{F12E0490-60F3-4147-9D04-93D87D41D5A0}" dt="2026-08-28T21:46:49.230" v="4369" actId="14100"/>
          <ac:picMkLst>
            <pc:docMk/>
            <pc:sldMk cId="629098228" sldId="312"/>
            <ac:picMk id="5" creationId="{7F12EAAF-6A14-7C87-5560-F9810164F437}"/>
          </ac:picMkLst>
        </pc:picChg>
      </pc:sldChg>
      <pc:sldChg chg="add del">
        <pc:chgData name="Simon Fong" userId="0989948daaec8292" providerId="LiveId" clId="{F12E0490-60F3-4147-9D04-93D87D41D5A0}" dt="2026-08-28T19:43:57.464" v="2801" actId="2696"/>
        <pc:sldMkLst>
          <pc:docMk/>
          <pc:sldMk cId="1648263633" sldId="313"/>
        </pc:sldMkLst>
      </pc:sldChg>
      <pc:sldChg chg="addSp delSp modSp add mod modTransition addAnim delAnim modAnim">
        <pc:chgData name="Simon Fong" userId="0989948daaec8292" providerId="LiveId" clId="{F12E0490-60F3-4147-9D04-93D87D41D5A0}" dt="2026-08-28T21:47:37.207" v="4383" actId="14100"/>
        <pc:sldMkLst>
          <pc:docMk/>
          <pc:sldMk cId="3118197996" sldId="314"/>
        </pc:sldMkLst>
        <pc:spChg chg="mod">
          <ac:chgData name="Simon Fong" userId="0989948daaec8292" providerId="LiveId" clId="{F12E0490-60F3-4147-9D04-93D87D41D5A0}" dt="2026-08-28T21:47:26.443" v="4380" actId="27636"/>
          <ac:spMkLst>
            <pc:docMk/>
            <pc:sldMk cId="3118197996" sldId="314"/>
            <ac:spMk id="2" creationId="{213F5AE7-CE7A-AA7F-022D-747E4085E0FE}"/>
          </ac:spMkLst>
        </pc:spChg>
        <pc:spChg chg="mod">
          <ac:chgData name="Simon Fong" userId="0989948daaec8292" providerId="LiveId" clId="{F12E0490-60F3-4147-9D04-93D87D41D5A0}" dt="2026-08-28T21:47:31.635" v="4381" actId="14100"/>
          <ac:spMkLst>
            <pc:docMk/>
            <pc:sldMk cId="3118197996" sldId="314"/>
            <ac:spMk id="21" creationId="{E4B4445D-B9D0-0BA3-6D5B-F249D6A0084E}"/>
          </ac:spMkLst>
        </pc:spChg>
        <pc:picChg chg="add mod">
          <ac:chgData name="Simon Fong" userId="0989948daaec8292" providerId="LiveId" clId="{F12E0490-60F3-4147-9D04-93D87D41D5A0}" dt="2026-08-28T21:47:37.207" v="4383" actId="14100"/>
          <ac:picMkLst>
            <pc:docMk/>
            <pc:sldMk cId="3118197996" sldId="314"/>
            <ac:picMk id="4" creationId="{6473A91F-8698-BBC4-85C9-C395BC34E933}"/>
          </ac:picMkLst>
        </pc:picChg>
        <pc:picChg chg="del">
          <ac:chgData name="Simon Fong" userId="0989948daaec8292" providerId="LiveId" clId="{F12E0490-60F3-4147-9D04-93D87D41D5A0}" dt="2026-08-28T19:43:23.001" v="2795" actId="478"/>
          <ac:picMkLst>
            <pc:docMk/>
            <pc:sldMk cId="3118197996" sldId="314"/>
            <ac:picMk id="5" creationId="{09BEB79A-823C-1E12-2823-08964B820607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08-28T21:48:46.175" v="4396" actId="1037"/>
        <pc:sldMkLst>
          <pc:docMk/>
          <pc:sldMk cId="1980785618" sldId="315"/>
        </pc:sldMkLst>
        <pc:spChg chg="mod">
          <ac:chgData name="Simon Fong" userId="0989948daaec8292" providerId="LiveId" clId="{F12E0490-60F3-4147-9D04-93D87D41D5A0}" dt="2026-08-28T21:48:18.162" v="4389" actId="27636"/>
          <ac:spMkLst>
            <pc:docMk/>
            <pc:sldMk cId="1980785618" sldId="315"/>
            <ac:spMk id="2" creationId="{224D5283-02F7-3FD2-5256-BD1672C38E6A}"/>
          </ac:spMkLst>
        </pc:spChg>
        <pc:spChg chg="mod">
          <ac:chgData name="Simon Fong" userId="0989948daaec8292" providerId="LiveId" clId="{F12E0490-60F3-4147-9D04-93D87D41D5A0}" dt="2026-08-28T21:48:22.087" v="4390" actId="20577"/>
          <ac:spMkLst>
            <pc:docMk/>
            <pc:sldMk cId="1980785618" sldId="315"/>
            <ac:spMk id="21" creationId="{7223968D-2EEA-9836-5369-9ECBB442BC10}"/>
          </ac:spMkLst>
        </pc:spChg>
        <pc:picChg chg="del">
          <ac:chgData name="Simon Fong" userId="0989948daaec8292" providerId="LiveId" clId="{F12E0490-60F3-4147-9D04-93D87D41D5A0}" dt="2026-08-28T19:46:31.445" v="2824" actId="478"/>
          <ac:picMkLst>
            <pc:docMk/>
            <pc:sldMk cId="1980785618" sldId="315"/>
            <ac:picMk id="4" creationId="{C5D2AE8A-FDB0-137C-DD91-3669D7767ABA}"/>
          </ac:picMkLst>
        </pc:picChg>
        <pc:picChg chg="add mod modCrop">
          <ac:chgData name="Simon Fong" userId="0989948daaec8292" providerId="LiveId" clId="{F12E0490-60F3-4147-9D04-93D87D41D5A0}" dt="2026-08-28T21:48:46.175" v="4396" actId="1037"/>
          <ac:picMkLst>
            <pc:docMk/>
            <pc:sldMk cId="1980785618" sldId="315"/>
            <ac:picMk id="5" creationId="{D0B72277-8B15-7FF3-8A9B-DBD567B903F7}"/>
          </ac:picMkLst>
        </pc:picChg>
      </pc:sldChg>
      <pc:sldChg chg="delSp modSp add mod modTransition addAnim delAnim modAnim">
        <pc:chgData name="Simon Fong" userId="0989948daaec8292" providerId="LiveId" clId="{F12E0490-60F3-4147-9D04-93D87D41D5A0}" dt="2026-08-28T21:49:03.565" v="4400" actId="20577"/>
        <pc:sldMkLst>
          <pc:docMk/>
          <pc:sldMk cId="336396854" sldId="316"/>
        </pc:sldMkLst>
        <pc:spChg chg="mod">
          <ac:chgData name="Simon Fong" userId="0989948daaec8292" providerId="LiveId" clId="{F12E0490-60F3-4147-9D04-93D87D41D5A0}" dt="2026-08-28T21:49:03.565" v="4400" actId="20577"/>
          <ac:spMkLst>
            <pc:docMk/>
            <pc:sldMk cId="336396854" sldId="316"/>
            <ac:spMk id="2" creationId="{4084AF0C-C8DD-84CA-C89A-DBFDA85FDF2C}"/>
          </ac:spMkLst>
        </pc:spChg>
        <pc:spChg chg="mod">
          <ac:chgData name="Simon Fong" userId="0989948daaec8292" providerId="LiveId" clId="{F12E0490-60F3-4147-9D04-93D87D41D5A0}" dt="2026-08-28T19:50:26.474" v="2874" actId="113"/>
          <ac:spMkLst>
            <pc:docMk/>
            <pc:sldMk cId="336396854" sldId="316"/>
            <ac:spMk id="21" creationId="{1FAEA413-7109-83E1-0537-53C7A77E2A67}"/>
          </ac:spMkLst>
        </pc:spChg>
        <pc:picChg chg="del">
          <ac:chgData name="Simon Fong" userId="0989948daaec8292" providerId="LiveId" clId="{F12E0490-60F3-4147-9D04-93D87D41D5A0}" dt="2026-08-28T19:47:48.928" v="2835" actId="478"/>
          <ac:picMkLst>
            <pc:docMk/>
            <pc:sldMk cId="336396854" sldId="316"/>
            <ac:picMk id="5" creationId="{54B91DDC-E5B0-5EE9-04CD-F777D32A1EDF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08-28T21:27:12.750" v="4270"/>
        <pc:sldMkLst>
          <pc:docMk/>
          <pc:sldMk cId="3223453815" sldId="317"/>
        </pc:sldMkLst>
        <pc:spChg chg="mod">
          <ac:chgData name="Simon Fong" userId="0989948daaec8292" providerId="LiveId" clId="{F12E0490-60F3-4147-9D04-93D87D41D5A0}" dt="2026-08-28T19:51:01.637" v="2882" actId="207"/>
          <ac:spMkLst>
            <pc:docMk/>
            <pc:sldMk cId="3223453815" sldId="317"/>
            <ac:spMk id="21" creationId="{01A10F03-ED2F-1402-CDFC-4EAF0E85F2DC}"/>
          </ac:spMkLst>
        </pc:spChg>
      </pc:sldChg>
      <pc:sldChg chg="addSp delSp modSp add mod ord modTransition addAnim delAnim modAnim">
        <pc:chgData name="Simon Fong" userId="0989948daaec8292" providerId="LiveId" clId="{F12E0490-60F3-4147-9D04-93D87D41D5A0}" dt="2026-08-28T21:15:10.799" v="4203"/>
        <pc:sldMkLst>
          <pc:docMk/>
          <pc:sldMk cId="3040432693" sldId="318"/>
        </pc:sldMkLst>
        <pc:spChg chg="mod">
          <ac:chgData name="Simon Fong" userId="0989948daaec8292" providerId="LiveId" clId="{F12E0490-60F3-4147-9D04-93D87D41D5A0}" dt="2026-08-28T19:51:56.838" v="2892"/>
          <ac:spMkLst>
            <pc:docMk/>
            <pc:sldMk cId="3040432693" sldId="318"/>
            <ac:spMk id="2" creationId="{092A63B5-3C1C-6363-5936-371E350DB695}"/>
          </ac:spMkLst>
        </pc:spChg>
        <pc:spChg chg="mod">
          <ac:chgData name="Simon Fong" userId="0989948daaec8292" providerId="LiveId" clId="{F12E0490-60F3-4147-9D04-93D87D41D5A0}" dt="2026-08-28T20:47:34.829" v="3657" actId="14100"/>
          <ac:spMkLst>
            <pc:docMk/>
            <pc:sldMk cId="3040432693" sldId="318"/>
            <ac:spMk id="21" creationId="{7B56A466-0662-C976-688A-7384C9284D33}"/>
          </ac:spMkLst>
        </pc:spChg>
        <pc:picChg chg="del">
          <ac:chgData name="Simon Fong" userId="0989948daaec8292" providerId="LiveId" clId="{F12E0490-60F3-4147-9D04-93D87D41D5A0}" dt="2026-08-28T19:52:06.443" v="2893" actId="478"/>
          <ac:picMkLst>
            <pc:docMk/>
            <pc:sldMk cId="3040432693" sldId="318"/>
            <ac:picMk id="4" creationId="{47AF4EC7-7610-4FB1-DB14-9F2677310707}"/>
          </ac:picMkLst>
        </pc:picChg>
        <pc:picChg chg="add mod">
          <ac:chgData name="Simon Fong" userId="0989948daaec8292" providerId="LiveId" clId="{F12E0490-60F3-4147-9D04-93D87D41D5A0}" dt="2026-08-28T20:47:46.261" v="3660" actId="14100"/>
          <ac:picMkLst>
            <pc:docMk/>
            <pc:sldMk cId="3040432693" sldId="318"/>
            <ac:picMk id="5" creationId="{A8A381F4-0E22-E05C-4161-68A62A4E367E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08-28T21:15:27.977" v="4207"/>
        <pc:sldMkLst>
          <pc:docMk/>
          <pc:sldMk cId="3178247567" sldId="319"/>
        </pc:sldMkLst>
        <pc:spChg chg="mod">
          <ac:chgData name="Simon Fong" userId="0989948daaec8292" providerId="LiveId" clId="{F12E0490-60F3-4147-9D04-93D87D41D5A0}" dt="2026-08-28T20:47:59.392" v="3661" actId="14100"/>
          <ac:spMkLst>
            <pc:docMk/>
            <pc:sldMk cId="3178247567" sldId="319"/>
            <ac:spMk id="21" creationId="{26C8BAAB-52A1-89C2-FC1D-8F7FF4621658}"/>
          </ac:spMkLst>
        </pc:spChg>
        <pc:picChg chg="add mod modCrop">
          <ac:chgData name="Simon Fong" userId="0989948daaec8292" providerId="LiveId" clId="{F12E0490-60F3-4147-9D04-93D87D41D5A0}" dt="2026-08-28T20:49:36.001" v="3673" actId="732"/>
          <ac:picMkLst>
            <pc:docMk/>
            <pc:sldMk cId="3178247567" sldId="319"/>
            <ac:picMk id="4" creationId="{0A59D4B2-ED88-1ACC-AA15-5BD2F53322BE}"/>
          </ac:picMkLst>
        </pc:picChg>
        <pc:picChg chg="del">
          <ac:chgData name="Simon Fong" userId="0989948daaec8292" providerId="LiveId" clId="{F12E0490-60F3-4147-9D04-93D87D41D5A0}" dt="2026-08-28T19:53:31.483" v="2922" actId="478"/>
          <ac:picMkLst>
            <pc:docMk/>
            <pc:sldMk cId="3178247567" sldId="319"/>
            <ac:picMk id="5" creationId="{DC8BE4D7-D153-0E7E-AB97-5A08D7E5E7D6}"/>
          </ac:picMkLst>
        </pc:picChg>
      </pc:sldChg>
      <pc:sldChg chg="delSp modSp add del mod modTransition addAnim delAnim modAnim">
        <pc:chgData name="Simon Fong" userId="0989948daaec8292" providerId="LiveId" clId="{F12E0490-60F3-4147-9D04-93D87D41D5A0}" dt="2026-08-28T21:16:38.467" v="4232"/>
        <pc:sldMkLst>
          <pc:docMk/>
          <pc:sldMk cId="1051266353" sldId="320"/>
        </pc:sldMkLst>
        <pc:spChg chg="mod">
          <ac:chgData name="Simon Fong" userId="0989948daaec8292" providerId="LiveId" clId="{F12E0490-60F3-4147-9D04-93D87D41D5A0}" dt="2026-08-28T19:56:15.539" v="2943"/>
          <ac:spMkLst>
            <pc:docMk/>
            <pc:sldMk cId="1051266353" sldId="320"/>
            <ac:spMk id="2" creationId="{350BCC5A-CBEB-BA11-9482-5BFEF33F790E}"/>
          </ac:spMkLst>
        </pc:spChg>
        <pc:spChg chg="mod">
          <ac:chgData name="Simon Fong" userId="0989948daaec8292" providerId="LiveId" clId="{F12E0490-60F3-4147-9D04-93D87D41D5A0}" dt="2026-08-28T19:59:40.725" v="3042" actId="255"/>
          <ac:spMkLst>
            <pc:docMk/>
            <pc:sldMk cId="1051266353" sldId="320"/>
            <ac:spMk id="21" creationId="{124C081C-A9E8-B94F-4C0E-E07BEE1350DF}"/>
          </ac:spMkLst>
        </pc:spChg>
        <pc:picChg chg="del">
          <ac:chgData name="Simon Fong" userId="0989948daaec8292" providerId="LiveId" clId="{F12E0490-60F3-4147-9D04-93D87D41D5A0}" dt="2026-08-28T19:56:21.784" v="2944" actId="478"/>
          <ac:picMkLst>
            <pc:docMk/>
            <pc:sldMk cId="1051266353" sldId="320"/>
            <ac:picMk id="4" creationId="{940E8AD3-1260-4A48-6B7B-399620A8AD36}"/>
          </ac:picMkLst>
        </pc:picChg>
      </pc:sldChg>
      <pc:sldChg chg="addSp delSp modSp add mod ord modTransition addAnim delAnim modAnim">
        <pc:chgData name="Simon Fong" userId="0989948daaec8292" providerId="LiveId" clId="{F12E0490-60F3-4147-9D04-93D87D41D5A0}" dt="2026-08-28T21:52:00.322" v="4408" actId="14100"/>
        <pc:sldMkLst>
          <pc:docMk/>
          <pc:sldMk cId="3116010713" sldId="321"/>
        </pc:sldMkLst>
        <pc:spChg chg="mod">
          <ac:chgData name="Simon Fong" userId="0989948daaec8292" providerId="LiveId" clId="{F12E0490-60F3-4147-9D04-93D87D41D5A0}" dt="2026-08-28T20:01:37.237" v="3059"/>
          <ac:spMkLst>
            <pc:docMk/>
            <pc:sldMk cId="3116010713" sldId="321"/>
            <ac:spMk id="2" creationId="{054BFBAC-7602-9A4B-F43C-9FC169F96B12}"/>
          </ac:spMkLst>
        </pc:spChg>
        <pc:spChg chg="mod">
          <ac:chgData name="Simon Fong" userId="0989948daaec8292" providerId="LiveId" clId="{F12E0490-60F3-4147-9D04-93D87D41D5A0}" dt="2026-08-28T21:51:49.838" v="4406" actId="6549"/>
          <ac:spMkLst>
            <pc:docMk/>
            <pc:sldMk cId="3116010713" sldId="321"/>
            <ac:spMk id="21" creationId="{6B534195-2E7C-6E22-570B-84C57327C182}"/>
          </ac:spMkLst>
        </pc:spChg>
        <pc:picChg chg="del">
          <ac:chgData name="Simon Fong" userId="0989948daaec8292" providerId="LiveId" clId="{F12E0490-60F3-4147-9D04-93D87D41D5A0}" dt="2026-08-28T20:00:36.516" v="3053" actId="478"/>
          <ac:picMkLst>
            <pc:docMk/>
            <pc:sldMk cId="3116010713" sldId="321"/>
            <ac:picMk id="4" creationId="{17C6350C-3D40-A86F-A758-1DC6F185F468}"/>
          </ac:picMkLst>
        </pc:picChg>
        <pc:picChg chg="add mod">
          <ac:chgData name="Simon Fong" userId="0989948daaec8292" providerId="LiveId" clId="{F12E0490-60F3-4147-9D04-93D87D41D5A0}" dt="2026-08-28T21:52:00.322" v="4408" actId="14100"/>
          <ac:picMkLst>
            <pc:docMk/>
            <pc:sldMk cId="3116010713" sldId="321"/>
            <ac:picMk id="5" creationId="{D27BF210-B813-9DD2-14FB-0CD8EB845B97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08-28T21:52:18.178" v="4412" actId="14100"/>
        <pc:sldMkLst>
          <pc:docMk/>
          <pc:sldMk cId="3774111530" sldId="322"/>
        </pc:sldMkLst>
        <pc:spChg chg="mod">
          <ac:chgData name="Simon Fong" userId="0989948daaec8292" providerId="LiveId" clId="{F12E0490-60F3-4147-9D04-93D87D41D5A0}" dt="2026-08-28T20:01:41.581" v="3060"/>
          <ac:spMkLst>
            <pc:docMk/>
            <pc:sldMk cId="3774111530" sldId="322"/>
            <ac:spMk id="2" creationId="{29A60920-1B83-8801-0CAE-AA4F09A75460}"/>
          </ac:spMkLst>
        </pc:spChg>
        <pc:spChg chg="mod">
          <ac:chgData name="Simon Fong" userId="0989948daaec8292" providerId="LiveId" clId="{F12E0490-60F3-4147-9D04-93D87D41D5A0}" dt="2026-08-28T21:52:12.226" v="4410" actId="14100"/>
          <ac:spMkLst>
            <pc:docMk/>
            <pc:sldMk cId="3774111530" sldId="322"/>
            <ac:spMk id="21" creationId="{CA265EF1-69CE-AB42-D83B-C63D16FDADDB}"/>
          </ac:spMkLst>
        </pc:spChg>
        <pc:picChg chg="add mod">
          <ac:chgData name="Simon Fong" userId="0989948daaec8292" providerId="LiveId" clId="{F12E0490-60F3-4147-9D04-93D87D41D5A0}" dt="2026-08-28T21:52:18.178" v="4412" actId="14100"/>
          <ac:picMkLst>
            <pc:docMk/>
            <pc:sldMk cId="3774111530" sldId="322"/>
            <ac:picMk id="4" creationId="{A2614595-016E-0F58-B997-7DFA2BACD074}"/>
          </ac:picMkLst>
        </pc:picChg>
        <pc:picChg chg="del">
          <ac:chgData name="Simon Fong" userId="0989948daaec8292" providerId="LiveId" clId="{F12E0490-60F3-4147-9D04-93D87D41D5A0}" dt="2026-08-28T20:02:42.609" v="3074" actId="478"/>
          <ac:picMkLst>
            <pc:docMk/>
            <pc:sldMk cId="3774111530" sldId="322"/>
            <ac:picMk id="5" creationId="{E4BB611B-043B-8526-2D1F-282B38E0627C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08-28T21:17:35.949" v="4238" actId="20577"/>
        <pc:sldMkLst>
          <pc:docMk/>
          <pc:sldMk cId="168713412" sldId="323"/>
        </pc:sldMkLst>
        <pc:spChg chg="mod">
          <ac:chgData name="Simon Fong" userId="0989948daaec8292" providerId="LiveId" clId="{F12E0490-60F3-4147-9D04-93D87D41D5A0}" dt="2026-08-28T20:50:32.001" v="3681" actId="20577"/>
          <ac:spMkLst>
            <pc:docMk/>
            <pc:sldMk cId="168713412" sldId="323"/>
            <ac:spMk id="2" creationId="{A6BC2F99-319B-32EA-EBCE-F9B150856117}"/>
          </ac:spMkLst>
        </pc:spChg>
        <pc:spChg chg="add mod">
          <ac:chgData name="Simon Fong" userId="0989948daaec8292" providerId="LiveId" clId="{F12E0490-60F3-4147-9D04-93D87D41D5A0}" dt="2026-08-28T21:17:35.949" v="4238" actId="20577"/>
          <ac:spMkLst>
            <pc:docMk/>
            <pc:sldMk cId="168713412" sldId="323"/>
            <ac:spMk id="7" creationId="{08E0E4F3-D832-C9FD-15E5-C77A8351A310}"/>
          </ac:spMkLst>
        </pc:spChg>
        <pc:spChg chg="del mod">
          <ac:chgData name="Simon Fong" userId="0989948daaec8292" providerId="LiveId" clId="{F12E0490-60F3-4147-9D04-93D87D41D5A0}" dt="2026-08-28T20:03:36.905" v="3085" actId="931"/>
          <ac:spMkLst>
            <pc:docMk/>
            <pc:sldMk cId="168713412" sldId="323"/>
            <ac:spMk id="21" creationId="{C62C3BFF-3414-4F52-8BF1-3B4AEC230DAE}"/>
          </ac:spMkLst>
        </pc:spChg>
        <pc:picChg chg="del">
          <ac:chgData name="Simon Fong" userId="0989948daaec8292" providerId="LiveId" clId="{F12E0490-60F3-4147-9D04-93D87D41D5A0}" dt="2026-08-28T20:03:18.286" v="3081" actId="478"/>
          <ac:picMkLst>
            <pc:docMk/>
            <pc:sldMk cId="168713412" sldId="323"/>
            <ac:picMk id="4" creationId="{F3DE0700-6ED0-F44C-C11A-D4627F846697}"/>
          </ac:picMkLst>
        </pc:picChg>
        <pc:picChg chg="add del mod ord modCrop">
          <ac:chgData name="Simon Fong" userId="0989948daaec8292" providerId="LiveId" clId="{F12E0490-60F3-4147-9D04-93D87D41D5A0}" dt="2026-08-28T20:50:51.886" v="3682" actId="478"/>
          <ac:picMkLst>
            <pc:docMk/>
            <pc:sldMk cId="168713412" sldId="323"/>
            <ac:picMk id="5" creationId="{979A0E3E-2EEA-66EF-B285-41A68DCC1182}"/>
          </ac:picMkLst>
        </pc:picChg>
      </pc:sldChg>
      <pc:sldChg chg="modSp add mod modTransition modAnim">
        <pc:chgData name="Simon Fong" userId="0989948daaec8292" providerId="LiveId" clId="{F12E0490-60F3-4147-9D04-93D87D41D5A0}" dt="2026-08-28T21:45:36.414" v="4353" actId="5793"/>
        <pc:sldMkLst>
          <pc:docMk/>
          <pc:sldMk cId="1105254801" sldId="324"/>
        </pc:sldMkLst>
        <pc:spChg chg="mod">
          <ac:chgData name="Simon Fong" userId="0989948daaec8292" providerId="LiveId" clId="{F12E0490-60F3-4147-9D04-93D87D41D5A0}" dt="2026-08-28T21:38:49.370" v="4295" actId="20577"/>
          <ac:spMkLst>
            <pc:docMk/>
            <pc:sldMk cId="1105254801" sldId="324"/>
            <ac:spMk id="2" creationId="{B406ECF9-8D09-47C7-931A-53D6AA7676EA}"/>
          </ac:spMkLst>
        </pc:spChg>
        <pc:spChg chg="mod">
          <ac:chgData name="Simon Fong" userId="0989948daaec8292" providerId="LiveId" clId="{F12E0490-60F3-4147-9D04-93D87D41D5A0}" dt="2026-08-28T21:45:36.414" v="4353" actId="5793"/>
          <ac:spMkLst>
            <pc:docMk/>
            <pc:sldMk cId="1105254801" sldId="324"/>
            <ac:spMk id="21" creationId="{49DDE820-FEC8-1C84-A03E-070E0464895B}"/>
          </ac:spMkLst>
        </pc:spChg>
        <pc:picChg chg="mod">
          <ac:chgData name="Simon Fong" userId="0989948daaec8292" providerId="LiveId" clId="{F12E0490-60F3-4147-9D04-93D87D41D5A0}" dt="2026-08-28T21:39:24.165" v="4301" actId="14100"/>
          <ac:picMkLst>
            <pc:docMk/>
            <pc:sldMk cId="1105254801" sldId="324"/>
            <ac:picMk id="5" creationId="{1C41AB2D-A983-2E42-8460-4D647794698D}"/>
          </ac:picMkLst>
        </pc:picChg>
      </pc:sldChg>
      <pc:sldChg chg="add modTransition addAnim delAnim modAnim">
        <pc:chgData name="Simon Fong" userId="0989948daaec8292" providerId="LiveId" clId="{F12E0490-60F3-4147-9D04-93D87D41D5A0}" dt="2026-08-28T21:18:14.006" v="4242"/>
        <pc:sldMkLst>
          <pc:docMk/>
          <pc:sldMk cId="2202765662" sldId="325"/>
        </pc:sldMkLst>
      </pc:sldChg>
      <pc:sldChg chg="new del">
        <pc:chgData name="Simon Fong" userId="0989948daaec8292" providerId="LiveId" clId="{F12E0490-60F3-4147-9D04-93D87D41D5A0}" dt="2026-08-28T20:58:37.944" v="4059" actId="47"/>
        <pc:sldMkLst>
          <pc:docMk/>
          <pc:sldMk cId="868168635" sldId="326"/>
        </pc:sldMkLst>
      </pc:sldChg>
      <pc:sldChg chg="modSp add mod ord modTransition modAnim">
        <pc:chgData name="Simon Fong" userId="0989948daaec8292" providerId="LiveId" clId="{F12E0490-60F3-4147-9D04-93D87D41D5A0}" dt="2026-08-28T21:02:04.836" v="4100"/>
        <pc:sldMkLst>
          <pc:docMk/>
          <pc:sldMk cId="2139981956" sldId="327"/>
        </pc:sldMkLst>
        <pc:spChg chg="mod">
          <ac:chgData name="Simon Fong" userId="0989948daaec8292" providerId="LiveId" clId="{F12E0490-60F3-4147-9D04-93D87D41D5A0}" dt="2026-08-28T20:58:46.560" v="4060"/>
          <ac:spMkLst>
            <pc:docMk/>
            <pc:sldMk cId="2139981956" sldId="327"/>
            <ac:spMk id="2" creationId="{23063999-6673-ECBE-B049-2F7D9FF431FC}"/>
          </ac:spMkLst>
        </pc:spChg>
        <pc:spChg chg="mod">
          <ac:chgData name="Simon Fong" userId="0989948daaec8292" providerId="LiveId" clId="{F12E0490-60F3-4147-9D04-93D87D41D5A0}" dt="2026-08-28T21:01:03.052" v="4099" actId="20577"/>
          <ac:spMkLst>
            <pc:docMk/>
            <pc:sldMk cId="2139981956" sldId="327"/>
            <ac:spMk id="7" creationId="{7E09983B-0D3F-4767-7BF1-6D71DA878A88}"/>
          </ac:spMkLst>
        </pc:spChg>
      </pc:sldChg>
      <pc:sldMasterChg chg="setBg modSldLayout">
        <pc:chgData name="Simon Fong" userId="0989948daaec8292" providerId="LiveId" clId="{F12E0490-60F3-4147-9D04-93D87D41D5A0}" dt="2026-08-28T18:54:54.603" v="2314"/>
        <pc:sldMasterMkLst>
          <pc:docMk/>
          <pc:sldMasterMk cId="3359890132" sldId="2147483648"/>
        </pc:sldMasterMkLst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486237593" sldId="2147483649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4087504323" sldId="2147483650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2393644768" sldId="2147483651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1026708299" sldId="2147483652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204684900" sldId="2147483653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2538262396" sldId="2147483654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316663941" sldId="2147483655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1785307804" sldId="2147483656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1536186974" sldId="2147483657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733573818" sldId="2147483658"/>
          </pc:sldLayoutMkLst>
        </pc:sldLayoutChg>
        <pc:sldLayoutChg chg="setBg">
          <pc:chgData name="Simon Fong" userId="0989948daaec8292" providerId="LiveId" clId="{F12E0490-60F3-4147-9D04-93D87D41D5A0}" dt="2026-08-28T18:46:22.086" v="2280"/>
          <pc:sldLayoutMkLst>
            <pc:docMk/>
            <pc:sldMasterMk cId="3359890132" sldId="2147483648"/>
            <pc:sldLayoutMk cId="314270831" sldId="2147483659"/>
          </pc:sldLayoutMkLst>
        </pc:sldLayoutChg>
      </pc:sldMasterChg>
      <pc:sldMasterChg chg="setBg modSldLayout">
        <pc:chgData name="Simon Fong" userId="0989948daaec8292" providerId="LiveId" clId="{F12E0490-60F3-4147-9D04-93D87D41D5A0}" dt="2026-08-28T19:00:13.563" v="2382"/>
        <pc:sldMasterMkLst>
          <pc:docMk/>
          <pc:sldMasterMk cId="3503627615" sldId="2147483672"/>
        </pc:sldMasterMkLst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2848542020" sldId="2147483673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1402096106" sldId="2147483674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466122777" sldId="2147483675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115217475" sldId="2147483676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3715353645" sldId="2147483677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794506759" sldId="2147483678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4104749915" sldId="2147483679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2126380111" sldId="2147483680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882610559" sldId="2147483681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3200772466" sldId="2147483682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138121211" sldId="2147483683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2182208999" sldId="2147483684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711490825" sldId="2147483685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3467238495" sldId="2147483686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852038848" sldId="2147483687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1741538782" sldId="2147483688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569487181" sldId="2147483689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2783348168" sldId="2147483690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2024906639" sldId="2147483691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3105776027" sldId="2147483692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3282041291" sldId="2147483693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3880551937" sldId="2147483694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258672622" sldId="2147483695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2274923060" sldId="2147483696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617385165" sldId="2147483697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1567127036" sldId="2147483698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225147142" sldId="2147483699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3140882711" sldId="2147483700"/>
          </pc:sldLayoutMkLst>
        </pc:sldLayoutChg>
        <pc:sldLayoutChg chg="setBg">
          <pc:chgData name="Simon Fong" userId="0989948daaec8292" providerId="LiveId" clId="{F12E0490-60F3-4147-9D04-93D87D41D5A0}" dt="2026-08-28T18:57:18.720" v="2375"/>
          <pc:sldLayoutMkLst>
            <pc:docMk/>
            <pc:sldMasterMk cId="3503627615" sldId="2147483672"/>
            <pc:sldLayoutMk cId="3116930990" sldId="2147483701"/>
          </pc:sldLayoutMkLst>
        </pc:sldLayoutChg>
      </pc:sldMasterChg>
      <pc:sldMasterChg chg="setBg modSldLayout">
        <pc:chgData name="Simon Fong" userId="0989948daaec8292" providerId="LiveId" clId="{F12E0490-60F3-4147-9D04-93D87D41D5A0}" dt="2026-08-28T19:01:28.566" v="2391"/>
        <pc:sldMasterMkLst>
          <pc:docMk/>
          <pc:sldMasterMk cId="3114367066" sldId="2147483730"/>
        </pc:sldMasterMkLst>
        <pc:sldLayoutChg chg="setBg">
          <pc:chgData name="Simon Fong" userId="0989948daaec8292" providerId="LiveId" clId="{F12E0490-60F3-4147-9D04-93D87D41D5A0}" dt="2026-08-28T19:00:40.927" v="2389"/>
          <pc:sldLayoutMkLst>
            <pc:docMk/>
            <pc:sldMasterMk cId="3114367066" sldId="2147483730"/>
            <pc:sldLayoutMk cId="1438434251" sldId="2147483731"/>
          </pc:sldLayoutMkLst>
        </pc:sldLayoutChg>
        <pc:sldLayoutChg chg="setBg">
          <pc:chgData name="Simon Fong" userId="0989948daaec8292" providerId="LiveId" clId="{F12E0490-60F3-4147-9D04-93D87D41D5A0}" dt="2026-08-28T19:00:40.927" v="2389"/>
          <pc:sldLayoutMkLst>
            <pc:docMk/>
            <pc:sldMasterMk cId="3114367066" sldId="2147483730"/>
            <pc:sldLayoutMk cId="18355862" sldId="2147483733"/>
          </pc:sldLayoutMkLst>
        </pc:sldLayoutChg>
      </pc:sldMasterChg>
      <pc:sldMasterChg chg="setBg modSldLayout">
        <pc:chgData name="Simon Fong" userId="0989948daaec8292" providerId="LiveId" clId="{F12E0490-60F3-4147-9D04-93D87D41D5A0}" dt="2026-08-28T19:21:37.282" v="2519"/>
        <pc:sldMasterMkLst>
          <pc:docMk/>
          <pc:sldMasterMk cId="1665112790" sldId="2147483759"/>
        </pc:sldMasterMkLst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3497200525" sldId="2147483760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2222384926" sldId="2147483761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3424830979" sldId="2147483762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2336630391" sldId="2147483763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3336070296" sldId="2147483764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117942018" sldId="2147483765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3388594335" sldId="2147483766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1224422293" sldId="2147483767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2828374964" sldId="2147483768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1446437269" sldId="2147483769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3096441000" sldId="2147483770"/>
          </pc:sldLayoutMkLst>
        </pc:sldLayoutChg>
        <pc:sldLayoutChg chg="setBg">
          <pc:chgData name="Simon Fong" userId="0989948daaec8292" providerId="LiveId" clId="{F12E0490-60F3-4147-9D04-93D87D41D5A0}" dt="2026-08-28T19:21:37.282" v="2519"/>
          <pc:sldLayoutMkLst>
            <pc:docMk/>
            <pc:sldMasterMk cId="1665112790" sldId="2147483759"/>
            <pc:sldLayoutMk cId="1697300382" sldId="21474837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3641-D97D-4221-8E4A-4CE191803EE4}" type="datetimeFigureOut">
              <a:rPr lang="en-CA" smtClean="0"/>
              <a:t>2026-08-28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43C2D-F906-40B9-A627-61546CDC67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68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56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C95-1BD0-D5BD-EA4D-95B89C696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D8CB8-79C7-2A96-8FAF-B2D5C0A42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AFEB-571D-41CA-974B-28509E9C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71D7-7D5B-1EC6-57D7-7616BBE1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05ECD-4F3E-73B7-2AB0-6D5BE3C4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20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7BB3-50A4-58AB-7B02-490FD521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1A38-8669-C39C-9E6B-316DA0D5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EDF95-B307-51F8-DECF-B44CB1E2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2871-1325-059D-530B-BDD25B28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1911-4B6E-FECE-011E-251CD036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38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2F06-A1E8-36F1-B94A-DE1BDB65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A934A-FB4E-6879-B7A6-98571447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FC4E-5642-A56D-D15E-25E8C85F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C825-6A32-ED7A-9767-D5B047A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BB5D-FB5A-74F7-11ED-3E755F6E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83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55B0-1F3D-F4A0-5BEF-F606A2D0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C31B-767A-5897-44BA-2141F12D2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E4D79-D1C2-877D-7139-336285B70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89AD9-8F82-9567-2F92-B2F739AE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2D390-516F-E604-8197-6373E12B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56101-EB47-9389-2DC0-49B79192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663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CBFB-0E08-C0A4-43C6-ECC96037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E745B-0100-FE43-2418-8939A2392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56A66-37B4-01ED-0F07-41AEAD41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356B7-A3C2-442B-204E-D8A947937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D2C3B-813A-A445-C5C9-30DD7B377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E522A-2184-DE56-6F0A-62ADC664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B07E5-08F2-C9C7-AB46-F1F16F4E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CD104-DA67-5D73-435F-7AB99EEA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07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5C52-7A09-0581-9E28-732BC792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A3864-EE81-E1A8-3FCA-940C6939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BEC60-E73E-F4B8-34FF-2032196D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F1D31-7C61-08F2-BF32-EBC19B38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4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AEF73-FC3A-3E23-FF03-04DEEB77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DE635-FE03-F8C6-8C63-39BA23F4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996D-ECAC-0E7A-BAA0-30DF429D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59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7600-46BA-310F-E840-9FD891EE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B522-C0B2-C9D4-69A4-5BAC0C9B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AB4AD-89D5-0560-F415-7AD941131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E0E2-53FB-FC0C-6FFC-6DA548AA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29A5F-B066-AE3A-B101-71144257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D923F-377C-633F-EF98-CF9B4C06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442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B2FF-FAE7-0DDB-F193-9DEAD97E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DE531-9654-C3AA-8EA8-0A57169E9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B3564-784E-E424-7BF5-A422D65E5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29DF2-58F8-C2E1-7BD8-D6C32B9B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5B1B-4EFF-8334-361C-4507751D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B532-7C88-2DAB-E4E4-09B891BB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7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E18F-448A-8DA0-FC0A-C6232609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8D12E-D5C3-7905-2927-162149488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E81EC-713F-5DB0-8215-699C2016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6A23-ABB2-7851-EC95-59594BA7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B78B-DA71-6C99-CD79-3FC70DA9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43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4A6BA-98E5-7EA2-46CE-8810EFA2A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F95B-13B5-ACFE-983A-DA8BE6312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A19D3-F465-12BE-2F21-25B74CB5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E0B5-284B-ADA6-80A7-C539A76F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3CB72-1206-FAD7-23C6-89B72058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44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61397C-706D-4EB8-B1E1-D1B680D284C3}" type="datetime1">
              <a:rPr lang="en-US" smtClean="0"/>
              <a:t>8/28/2026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300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21B6B-3277-7B3E-D636-D9AFF1E2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435F-36AF-313C-7FA1-017B0574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1C9C-270A-4951-1EAA-61A2E2634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57EAC-F02C-41AB-966A-B857386BB5B4}" type="datetimeFigureOut">
              <a:rPr lang="en-CA" smtClean="0"/>
              <a:t>2026-08-27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94C93-997A-BD0B-48F6-10EF316F8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DE3BB-45FF-070C-2C0C-02C6FC0BC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11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58F0ED-9F1D-EFEC-3544-41B5BB8F4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5" t="9091" r="265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B66FF80-661C-B63A-31A9-41C8E14A7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3141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GPU-Enabled MLOps Platform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FFB20242-D968-BFEB-4CC4-53D1AD03B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806289" cy="13593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One platform. 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3 engineerings. 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End-to-end MLOps practice.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05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2000">
        <p159:morph option="byObject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43E4-9D12-5EDA-E94F-09F811677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Business Challenge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F5E1C9F-87C8-D729-1C48-7A4E2FC1A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CA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a Model Is Only the Beginning.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model creates business value only when it works reliably in production.</a:t>
            </a:r>
          </a:p>
          <a:p>
            <a:pPr>
              <a:lnSpc>
                <a:spcPct val="100000"/>
              </a:lnSpc>
            </a:pPr>
            <a:endParaRPr lang="en-CA" b="1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CA" b="1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CA" sz="3600" b="1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How do </a:t>
            </a:r>
            <a:r>
              <a:rPr lang="en-US" altLang="zh-CN" sz="3600" b="1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teams</a:t>
            </a:r>
            <a:r>
              <a:rPr lang="en-CA" sz="3600" b="1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close the </a:t>
            </a:r>
            <a:r>
              <a:rPr lang="en-CA" sz="3600" b="1" dirty="0">
                <a:solidFill>
                  <a:srgbClr val="FFC000"/>
                </a:solidFill>
                <a:latin typeface="Consolas" panose="020B0609020204030204" pitchFamily="49" charset="0"/>
              </a:rPr>
              <a:t>GAP</a:t>
            </a:r>
            <a:r>
              <a:rPr lang="en-CA" sz="3600" b="1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between </a:t>
            </a:r>
            <a:r>
              <a:rPr lang="en-CA" sz="3600" b="1" u="sng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experimentation</a:t>
            </a:r>
            <a:r>
              <a:rPr lang="en-CA" sz="3600" b="1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and </a:t>
            </a:r>
            <a:r>
              <a:rPr lang="en-CA" sz="3600" b="1" u="sng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production</a:t>
            </a:r>
            <a:r>
              <a:rPr lang="en-CA" sz="3600" b="1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?</a:t>
            </a:r>
          </a:p>
          <a:p>
            <a:pPr>
              <a:lnSpc>
                <a:spcPct val="100000"/>
              </a:lnSpc>
            </a:pPr>
            <a:endParaRPr lang="en-CA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726DB1A-1CC5-9F1B-EC30-C594C8B9CBBC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099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3000">
        <p159:morph option="byObject"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F083-23AF-987F-AF46-CA10B896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2DFA-F282-B64E-BCCB-40AEBB1C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74704F2-F371-2A24-FF09-43AA99C8B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addresses the challenge by dividing it into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perspectives</a:t>
            </a: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ML engineering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Platform engineering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DevOps engineering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 the solution with a </a:t>
            </a:r>
            <a:r>
              <a:rPr lang="en-US" sz="3200" b="1" u="sng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 plate detection application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5115CF-BF14-31BD-9398-397D338C482F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548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7000">
        <p159:morph option="byObject"/>
      </p:transition>
    </mc:Choice>
    <mc:Fallback>
      <p:transition spd="slow" advClick="0" advTm="1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43C3-A342-073D-E4CB-5FD8278D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20DE-B70C-CE51-91D5-4135E392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  <a:endParaRPr lang="en-CA" sz="54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DC3BE60-87F7-0788-F572-E6126A4CA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application demo: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 plate detection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B45C39-B370-DF30-1864-0BD54059692E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5FC6896-D256-3EF4-B42E-69471B3AD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604" y="130751"/>
            <a:ext cx="8187894" cy="659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0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2000">
        <p159:morph option="byObject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BBD7-E3E0-FD18-DEE7-1CE01BA5C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E5E1-6503-AF9E-C173-CB220E7A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ML engineering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FD6FBD61-05B5-244D-FF1C-8BA88D226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 a </a:t>
            </a:r>
            <a:r>
              <a:rPr lang="en-US" sz="3200" u="sng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platform</a:t>
            </a: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32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Kubeflow</a:t>
            </a: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features.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8B95668-656A-D02B-767A-3F38DCDB3E91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D5B23F3-EA25-D46D-E8AA-1260A072A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79" b="38374"/>
          <a:stretch>
            <a:fillRect/>
          </a:stretch>
        </p:blipFill>
        <p:spPr>
          <a:xfrm>
            <a:off x="72415" y="2406455"/>
            <a:ext cx="12047170" cy="27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10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2000">
        <p159:morph option="byObject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1C3A-F068-D564-1C53-0ED8BF96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3D2D-2488-53FE-4E81-B8EB722C0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ML engineering - </a:t>
            </a:r>
            <a:r>
              <a:rPr lang="en-US" sz="5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Data preparation</a:t>
            </a:r>
            <a:endParaRPr lang="en-CA" sz="54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9A8635FA-67EF-C368-5699-12885C397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stores images and labels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DVC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tracks versioning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1E07F2-6479-9085-F098-687BE0AAC9CA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7ADB021-6C4B-EF8D-388C-847AF22F4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03" b="20803"/>
          <a:stretch>
            <a:fillRect/>
          </a:stretch>
        </p:blipFill>
        <p:spPr>
          <a:xfrm>
            <a:off x="115502" y="2237874"/>
            <a:ext cx="8922620" cy="4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89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Tm="12000">
        <p159:morph option="byObject"/>
      </p:transition>
    </mc:Choice>
    <mc:Fallback>
      <p:transition spd="slow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A033-AA22-3D69-5319-7F4248C2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ECF9-8D09-47C7-931A-53D6AA767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 fontScale="90000"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ML engineering - 2. Model development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9DDE820-FEC8-1C84-A03E-070E04648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4119613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76CC3D-766F-ABC7-ABC3-505E917D26DC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C41AB2D-A983-2E42-8460-4D6477946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6" t="7626" r="3342" b="4283"/>
          <a:stretch>
            <a:fillRect/>
          </a:stretch>
        </p:blipFill>
        <p:spPr>
          <a:xfrm>
            <a:off x="115501" y="1756611"/>
            <a:ext cx="9557887" cy="501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54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2000">
        <p159:morph option="byObject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2BBB-ABC6-32B5-2CBB-B244F496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36E2-96E9-E3DE-F3AB-729D2E45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ML engineering - </a:t>
            </a:r>
            <a:r>
              <a:rPr lang="en-US" sz="5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Experimentation</a:t>
            </a:r>
            <a:endParaRPr lang="en-CA" sz="54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763D141-A9FC-000A-E18F-26376A9C1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Katib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runs hyperparameter trials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D315FD-9266-3898-BBF6-0FA0C5B0EB27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89ECF1D-BC17-ED45-1F36-F2BB1C5EA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" b="1285"/>
          <a:stretch/>
        </p:blipFill>
        <p:spPr>
          <a:xfrm>
            <a:off x="115501" y="1737361"/>
            <a:ext cx="9846645" cy="502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447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6F25-1F08-0087-BF96-F609208B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D1C5-6A5F-086D-88E2-1127DD5C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ML engineering - 3. Experimentation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D0CC9C9-743A-B17D-EB65-6C7160860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4119613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2400" b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MLflow</a:t>
            </a:r>
            <a:r>
              <a:rPr lang="en-CA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CA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metrics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EB3F26-DAB5-BCEA-263A-F05F147EE5CE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4147D6C-1D16-41EB-F93B-9AB7B978B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1" t="2637" r="539" b="2967"/>
          <a:stretch>
            <a:fillRect/>
          </a:stretch>
        </p:blipFill>
        <p:spPr>
          <a:xfrm>
            <a:off x="115501" y="1605065"/>
            <a:ext cx="10283493" cy="525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10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8000">
        <p159:morph option="byObject"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3BE30-DCFA-B3EC-DCC8-BAA73DFA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417AB-6732-1089-AC8D-1BDB684C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ML engineering - 4. Training pipeline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B3853BB-87C3-D23F-5A1A-D66563C6F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Kubeflow Pipeline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orchestration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231C54-A8B1-595D-86A1-58DBC90823C9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79A2EF5-B57E-AA29-F980-30A97B166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" b="1311"/>
          <a:stretch/>
        </p:blipFill>
        <p:spPr>
          <a:xfrm>
            <a:off x="115501" y="1735006"/>
            <a:ext cx="9933273" cy="507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511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2000">
        <p159:morph option="byObject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EEC87-3D33-C5AB-43C5-4B2E6A84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93E2-7E71-C78A-CDE6-1B4D3FAF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ML engineering - 4. Training pipeline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D95C0A3-9CE4-AD99-78E6-E2C69CE1B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registered and versioned after training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6E7C10-A93D-7D0D-8519-EA7FDF4D8F00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F12EAAF-6A14-7C87-5560-F9810164F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5" r="2022" b="3497"/>
          <a:stretch>
            <a:fillRect/>
          </a:stretch>
        </p:blipFill>
        <p:spPr>
          <a:xfrm>
            <a:off x="115502" y="1605065"/>
            <a:ext cx="10125778" cy="517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82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9000">
        <p159:morph option="byObject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CF94-BD4E-6D50-203F-7C598D7EB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5AE7-CE7A-AA7F-022D-747E4085E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ML engineering - 5. Model serving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4B4445D-B9D0-0BA3-6D5B-F249D6A00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KServe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online inference</a:t>
            </a:r>
          </a:p>
          <a:p>
            <a:pPr marL="0" indent="0">
              <a:lnSpc>
                <a:spcPct val="15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C72A76-4AD6-B207-7A9E-E42501C913D3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473A91F-8698-BBC4-85C9-C395BC34E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6" r="3163" b="2672"/>
          <a:stretch>
            <a:fillRect/>
          </a:stretch>
        </p:blipFill>
        <p:spPr>
          <a:xfrm>
            <a:off x="115501" y="1678543"/>
            <a:ext cx="9644515" cy="509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97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9000">
        <p159:morph option="byObject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CE0C8-DBF9-7CD8-5FEA-F5D867DE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5283-02F7-3FD2-5256-BD1672C3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Platform Engineering -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 as Code</a:t>
            </a:r>
            <a:endParaRPr lang="en-CA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223968D-2EEA-9836-5369-9ECBB442B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by </a:t>
            </a: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Terraform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an </a:t>
            </a: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remote backend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86C518-D9FE-787D-D620-36A33BBACCBE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B72277-8B15-7FF3-8A9B-DBD567B90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" t="12278" r="566" b="1877"/>
          <a:stretch>
            <a:fillRect/>
          </a:stretch>
        </p:blipFill>
        <p:spPr>
          <a:xfrm>
            <a:off x="96252" y="1602605"/>
            <a:ext cx="10443412" cy="516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85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4000">
        <p159:morph option="byObject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F648C-CE4D-ED8C-0B09-01BAB38B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AF0C-C8DD-84CA-C89A-DBFDA85F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Platform Engineering - </a:t>
            </a:r>
            <a:r>
              <a:rPr lang="en-US" sz="5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apabilities</a:t>
            </a:r>
            <a:endParaRPr lang="en-CA" sz="54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FAEA413-7109-83E1-0537-53C7A77E2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Compute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Autoscaling and 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node provisioning with </a:t>
            </a:r>
            <a:r>
              <a:rPr lang="en-US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Karpenter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Storage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Persistent and shared storage for ML workloads with 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S3, EBS, EFS, </a:t>
            </a:r>
            <a:r>
              <a:rPr lang="en-US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StorageClass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PVC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Networking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North-south/east-west traffic and automated DNS with 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ALBC, Istio, Gateway API, External DNS 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07A7D49-03C2-8857-7E46-45DC123CB183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96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8000">
        <p159:morph option="byObject"/>
      </p:transition>
    </mc:Choice>
    <mc:Fallback>
      <p:transition spd="slow" advClick="0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B93B5-8B20-D0B9-7C4B-906D5C3D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ECCD-0350-3F69-F23C-3E652D1A9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Platform Engineering - C</a:t>
            </a:r>
            <a:r>
              <a:rPr lang="en-US" sz="5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apabilities</a:t>
            </a:r>
            <a:endParaRPr lang="en-CA" sz="54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1A10F03-ED2F-1402-CDFC-4EAF0E85F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Security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Secrets, encryption, certificates, and isolation with 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Secrets Manager, KMS, ESO, cert-manager, </a:t>
            </a:r>
            <a:r>
              <a:rPr lang="en-US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NetworkPolicy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Monitoring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Logs and visualize platform metrics with 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Prometheus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Grafana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937CB3-75FF-D666-2EC3-161EEDE09D31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4538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2000">
        <p159:morph option="byObject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3D2F2-1045-1765-115A-AD5AE171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63B5-3C1C-6363-5936-371E350D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Platform Engineering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B56A466-0662-C976-688A-7384C9284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88721"/>
            <a:ext cx="12191999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Autoscale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node provisioning with </a:t>
            </a:r>
            <a:r>
              <a:rPr lang="en-US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Karpenter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E49831D-9B33-0806-6672-A36AD13AE328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8A381F4-0E22-E05C-4161-68A62A4E3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31" b="10237"/>
          <a:stretch>
            <a:fillRect/>
          </a:stretch>
        </p:blipFill>
        <p:spPr>
          <a:xfrm>
            <a:off x="115502" y="1655294"/>
            <a:ext cx="9601200" cy="507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32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4F4B3-7FE4-D4D0-A2EA-8156CE989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042BC-A0F7-61A2-DBFE-9F6C8730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Platform Engineering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6C8BAAB-52A1-89C2-FC1D-8F7FF4621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usage in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Grafana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2EC320-6966-3932-3EEA-811294EDE0AB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A59D4B2-ED88-1ACC-AA15-5BD2F5332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" r="4442" b="1396"/>
          <a:stretch>
            <a:fillRect/>
          </a:stretch>
        </p:blipFill>
        <p:spPr>
          <a:xfrm>
            <a:off x="115502" y="1660359"/>
            <a:ext cx="9413509" cy="497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47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D343-E8D1-4766-E381-5F98AAF4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CC5A-CBEB-BA11-9482-5BFEF33F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DevOps Engineering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24C081C-A9E8-B94F-4C0E-E07BEE135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</a:t>
            </a:r>
            <a:r>
              <a:rPr lang="en-US" sz="3200" u="sng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CI/CD pipelines</a:t>
            </a: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32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Actions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infrastructure with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Terraform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terraform-apply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and publish images to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build-image-train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build-image-inference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build-image-frontend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D2713C-45BC-1CC3-D95E-134054EC4B97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266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8000">
        <p159:morph option="byObject"/>
      </p:transition>
    </mc:Choice>
    <mc:Fallback>
      <p:transition spd="slow" advClick="0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25225-1A17-1930-2A2B-185CB6093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FBAC-7602-9A4B-F43C-9FC169F9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DevOps Engineering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B534195-2E7C-6E22-570B-84C57327C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 pipeline demo: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build-image-train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416A70-C717-556E-652F-FB9E1AAC882D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27BF210-B813-9DD2-14FB-0CD8EB845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" r="553"/>
          <a:stretch/>
        </p:blipFill>
        <p:spPr>
          <a:xfrm>
            <a:off x="89834" y="1756610"/>
            <a:ext cx="9314047" cy="492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10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Tm="10000">
        <p159:morph option="byObject"/>
      </p:transition>
    </mc:Choice>
    <mc:Fallback>
      <p:transition spd="slow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481D8-46F0-3EF6-1780-8B88DDF1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0920-1B83-8801-0CAE-AA4F09A7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DevOps Engineering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A265EF1-69CE-AB42-D83B-C63D16FD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721"/>
            <a:ext cx="12192000" cy="5669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 deployment with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GitOps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practices via 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Argo CD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B26AC3-57C0-BD9D-965A-14A45864E819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2614595-016E-0F58-B997-7DFA2BACD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" r="702"/>
          <a:stretch/>
        </p:blipFill>
        <p:spPr>
          <a:xfrm>
            <a:off x="115502" y="1655295"/>
            <a:ext cx="9760018" cy="515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11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Tm="10000">
        <p159:morph option="byObject"/>
      </p:transition>
    </mc:Choice>
    <mc:Fallback>
      <p:transition spd="slow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3DB83-6975-5D82-399A-133B3BDCC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2F99-319B-32EA-EBCE-F9B15085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Summary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2ADB1B-AB1C-6DAA-C9B1-12E9E5FFAF92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E0E4F3-D832-C9FD-15E5-C77A8351A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70536"/>
            <a:ext cx="12191999" cy="5587464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Bridging the </a:t>
            </a:r>
            <a:r>
              <a:rPr 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between </a:t>
            </a:r>
            <a:r>
              <a:rPr lang="en-CA" sz="3200" b="1" u="sng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experimentation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CA" sz="3200" b="1" u="sng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needs </a:t>
            </a:r>
            <a:r>
              <a:rPr lang="en-CA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pillars: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engineering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how to orchestrate model training?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 engineering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how to manage underlying infrastructure?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 engineering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how to integrate and deploy ML application?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13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4000">
        <p159:morph option="byObject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9E97-F75F-912E-557F-7555CB8C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1E35-B796-76C7-DAD1-BFC92E16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DDDE49-BC80-9436-63BA-C945A8576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34"/>
          <a:stretch>
            <a:fillRect/>
          </a:stretch>
        </p:blipFill>
        <p:spPr>
          <a:xfrm>
            <a:off x="115501" y="1188719"/>
            <a:ext cx="11338561" cy="560946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51D25C-E069-9456-1F12-0EF8A27AE725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765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3000">
        <p159:morph option="byObject"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5580-61FF-1A4D-BFE0-658FDAB1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3999-6673-ECBE-B049-2F7D9FF43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LET'S TALK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40BA03-07A8-D387-6410-70DDEC7318E2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09983B-0D3F-4767-7BF1-6D71DA878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70536"/>
            <a:ext cx="12191999" cy="5587464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Open to Cloud / DevOps / SRE / Platform / MLOps Engineering roles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Links: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▸  🔗  Project website: kubeflow-web.arguswatcher.net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▸  💻  GitHub: github.com/simonangel-fong/kubeflow-yolo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▸  👤  LinkedIn: linkedin.com/in/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simonangelfong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1399819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5000">
        <p159:morph option="byObject"/>
      </p:transition>
    </mc:Choice>
    <mc:Fallback>
      <p:transition spd="slow" advClick="0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1151</TotalTime>
  <Words>444</Words>
  <Application>Microsoft Office PowerPoint</Application>
  <PresentationFormat>Widescreen</PresentationFormat>
  <Paragraphs>80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GPU-Enabled MLOps Platform</vt:lpstr>
      <vt:lpstr>Business Challenge</vt:lpstr>
      <vt:lpstr>Project Overview</vt:lpstr>
      <vt:lpstr>Demo</vt:lpstr>
      <vt:lpstr>ML engineering</vt:lpstr>
      <vt:lpstr>ML engineering - 1. Data preparation</vt:lpstr>
      <vt:lpstr>ML engineering - 2. Model development</vt:lpstr>
      <vt:lpstr>ML engineering - 3. Experimentation</vt:lpstr>
      <vt:lpstr>ML engineering - 3. Experimentation</vt:lpstr>
      <vt:lpstr>ML engineering - 4. Training pipeline</vt:lpstr>
      <vt:lpstr>ML engineering - 4. Training pipeline</vt:lpstr>
      <vt:lpstr>ML engineering - 5. Model serving</vt:lpstr>
      <vt:lpstr>Platform Engineering - Infrastructure as Code</vt:lpstr>
      <vt:lpstr>Platform Engineering - Capabilities</vt:lpstr>
      <vt:lpstr>Platform Engineering - Capabilities</vt:lpstr>
      <vt:lpstr>Platform Engineering</vt:lpstr>
      <vt:lpstr>Platform Engineering</vt:lpstr>
      <vt:lpstr>DevOps Engineering</vt:lpstr>
      <vt:lpstr>DevOps Engineering</vt:lpstr>
      <vt:lpstr>DevOps Engineering</vt:lpstr>
      <vt:lpstr>Project Summary</vt:lpstr>
      <vt:lpstr>Project Architecture</vt:lpstr>
      <vt:lpstr>LET'S TALK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Fong</dc:creator>
  <cp:lastModifiedBy>Simon Fong</cp:lastModifiedBy>
  <cp:revision>1</cp:revision>
  <dcterms:created xsi:type="dcterms:W3CDTF">2026-08-28T02:42:08Z</dcterms:created>
  <dcterms:modified xsi:type="dcterms:W3CDTF">2026-08-28T21:53:15Z</dcterms:modified>
</cp:coreProperties>
</file>